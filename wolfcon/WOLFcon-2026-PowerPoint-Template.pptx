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98" r:id="rId5"/>
  </p:sldMasterIdLst>
  <p:notesMasterIdLst>
    <p:notesMasterId r:id="rId12"/>
  </p:notesMasterIdLst>
  <p:sldIdLst>
    <p:sldId id="262" r:id="rId6"/>
    <p:sldId id="258" r:id="rId7"/>
    <p:sldId id="257" r:id="rId8"/>
    <p:sldId id="259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754"/>
    <a:srgbClr val="199DD9"/>
    <a:srgbClr val="0B355B"/>
    <a:srgbClr val="BF0100"/>
    <a:srgbClr val="CB2230"/>
    <a:srgbClr val="2D62B6"/>
    <a:srgbClr val="FAB73C"/>
    <a:srgbClr val="98C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7B70E3-FFF4-CF4E-84CB-1BB7B3C4B54D}" v="1" dt="2025-11-20T19:32:08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7"/>
    <p:restoredTop sz="95753"/>
  </p:normalViewPr>
  <p:slideViewPr>
    <p:cSldViewPr snapToGrid="0" snapToObjects="1">
      <p:cViewPr varScale="1">
        <p:scale>
          <a:sx n="117" d="100"/>
          <a:sy n="117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Stewart" userId="b3d6af0d-bb1d-4f5c-b283-14ea81748304" providerId="ADAL" clId="{DA1E1C8D-5F05-5719-835D-364C13EC8DAF}"/>
    <pc:docChg chg="undo custSel modSld">
      <pc:chgData name="Robert Stewart" userId="b3d6af0d-bb1d-4f5c-b283-14ea81748304" providerId="ADAL" clId="{DA1E1C8D-5F05-5719-835D-364C13EC8DAF}" dt="2025-11-20T19:32:18.216" v="6" actId="14826"/>
      <pc:docMkLst>
        <pc:docMk/>
      </pc:docMkLst>
      <pc:sldChg chg="addSp delSp modSp mod">
        <pc:chgData name="Robert Stewart" userId="b3d6af0d-bb1d-4f5c-b283-14ea81748304" providerId="ADAL" clId="{DA1E1C8D-5F05-5719-835D-364C13EC8DAF}" dt="2025-11-20T19:32:18.216" v="6" actId="14826"/>
        <pc:sldMkLst>
          <pc:docMk/>
          <pc:sldMk cId="2916558252" sldId="259"/>
        </pc:sldMkLst>
        <pc:spChg chg="add del">
          <ac:chgData name="Robert Stewart" userId="b3d6af0d-bb1d-4f5c-b283-14ea81748304" providerId="ADAL" clId="{DA1E1C8D-5F05-5719-835D-364C13EC8DAF}" dt="2025-11-20T19:32:04.617" v="1" actId="22"/>
          <ac:spMkLst>
            <pc:docMk/>
            <pc:sldMk cId="2916558252" sldId="259"/>
            <ac:spMk id="5" creationId="{28512CC6-748E-1607-10E4-F2C8D1FDF7E2}"/>
          </ac:spMkLst>
        </pc:spChg>
        <pc:spChg chg="mod">
          <ac:chgData name="Robert Stewart" userId="b3d6af0d-bb1d-4f5c-b283-14ea81748304" providerId="ADAL" clId="{DA1E1C8D-5F05-5719-835D-364C13EC8DAF}" dt="2025-11-20T19:32:18.216" v="6" actId="14826"/>
          <ac:spMkLst>
            <pc:docMk/>
            <pc:sldMk cId="2916558252" sldId="259"/>
            <ac:spMk id="12" creationId="{E49F9E3D-851C-2B3E-6766-703B49FA8805}"/>
          </ac:spMkLst>
        </pc:spChg>
        <pc:picChg chg="add del mod">
          <ac:chgData name="Robert Stewart" userId="b3d6af0d-bb1d-4f5c-b283-14ea81748304" providerId="ADAL" clId="{DA1E1C8D-5F05-5719-835D-364C13EC8DAF}" dt="2025-11-20T19:32:11.532" v="5" actId="478"/>
          <ac:picMkLst>
            <pc:docMk/>
            <pc:sldMk cId="2916558252" sldId="259"/>
            <ac:picMk id="7" creationId="{171E3D00-7B7A-1DE7-5442-5D6EACFA77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9D2F6-1FB1-E54B-91D4-58911766A052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409AF-D62F-8F40-A069-6639DE0DA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46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409AF-D62F-8F40-A069-6639DE0DA1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8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07A0-5395-C031-5691-33562C6B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A0CF1-D7CF-7DD0-9886-9CF5894F0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DE616-00E8-592B-E3A2-9593A3DD3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1D8DD-BFD9-B983-239F-EA9B44767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409AF-D62F-8F40-A069-6639DE0DA1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59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41C188-0189-44DD-AB07-E24688C9469F}"/>
              </a:ext>
            </a:extLst>
          </p:cNvPr>
          <p:cNvSpPr/>
          <p:nvPr userDrawn="1"/>
        </p:nvSpPr>
        <p:spPr>
          <a:xfrm>
            <a:off x="0" y="0"/>
            <a:ext cx="12192000" cy="1884784"/>
          </a:xfrm>
          <a:prstGeom prst="rect">
            <a:avLst/>
          </a:prstGeom>
          <a:solidFill>
            <a:srgbClr val="053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4523"/>
            <a:ext cx="9163363" cy="102371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0637"/>
            <a:ext cx="10515600" cy="401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B33C1-343F-5546-9C99-F78B04A9B7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39622" y="317378"/>
            <a:ext cx="1514319" cy="12500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BE39B5-2715-960A-7421-8143C0D2966C}"/>
              </a:ext>
            </a:extLst>
          </p:cNvPr>
          <p:cNvSpPr/>
          <p:nvPr userDrawn="1"/>
        </p:nvSpPr>
        <p:spPr>
          <a:xfrm>
            <a:off x="0" y="1789043"/>
            <a:ext cx="12192000" cy="105680"/>
          </a:xfrm>
          <a:prstGeom prst="rect">
            <a:avLst/>
          </a:prstGeom>
          <a:solidFill>
            <a:srgbClr val="199D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2920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96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for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1BFBD-61F7-9FD1-0BF3-1D2C8DDC5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5449" r="15449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940F84-D0B0-A9A5-BB80-A303A73B7520}"/>
              </a:ext>
            </a:extLst>
          </p:cNvPr>
          <p:cNvSpPr/>
          <p:nvPr userDrawn="1"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rgbClr val="053754">
              <a:alpha val="8817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193633"/>
            <a:ext cx="10363200" cy="756005"/>
          </a:xfrm>
        </p:spPr>
        <p:txBody>
          <a:bodyPr anchor="t" anchorCtr="0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14400" y="2633583"/>
            <a:ext cx="10363200" cy="1125537"/>
          </a:xfrm>
        </p:spPr>
        <p:txBody>
          <a:bodyPr anchor="ctr"/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4000" b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3600" b="0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3600" b="0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3600" b="0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lang="en-US" sz="3600" b="0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132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85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A4AA-C1BB-F4F5-E169-15B7DDF63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D01D00-B848-1F57-114E-A0FB6CEDA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4188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5276-85A7-DFFE-602D-A8FBD1AF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EB1E-F081-94A9-E36B-46E92173E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325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8CB4-997F-6508-2EC1-247B8770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0771A-06A6-9CB7-9791-CC4C944BB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8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7240-DC3E-8782-2D1B-6D389BD66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6832-A62F-666F-3F6F-712DF5A65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F375E-C880-520E-971F-5D71164D0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857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6CCF-AC9C-EAA0-C950-9F38A011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38724-0A15-97B4-9382-C14C6D801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23A0D-45A3-6529-481E-BB425DC57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33776-3AFF-BCC7-B383-49A16DFAC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23C3F-DEFC-39A5-8254-EB296C98D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991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419B-1E07-A2F4-E3DF-2D0C544D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651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618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8352-78FF-4825-B075-7FAC8E28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C279-322C-71A0-2CBF-A4E239FB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11D43-C03B-3C24-8C87-5E05800F8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58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7EF25-AF5F-2BC1-7A9A-27D6772A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1024D-EE1F-F7C8-4DDD-6ADFA29EB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F3435-0916-F61C-61CF-4610C5739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821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9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4523"/>
            <a:ext cx="10515600" cy="10237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404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91A0C-026E-4AC3-8006-7B3746675E33}"/>
              </a:ext>
            </a:extLst>
          </p:cNvPr>
          <p:cNvSpPr txBox="1"/>
          <p:nvPr userDrawn="1"/>
        </p:nvSpPr>
        <p:spPr>
          <a:xfrm>
            <a:off x="-33453" y="6576533"/>
            <a:ext cx="45016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algn="ctr"/>
            <a:fld id="{09848EAD-0F7B-4937-B01B-BB4372B1E0EA}" type="slidenum">
              <a:rPr lang="en-US" sz="1000" smtClean="0">
                <a:solidFill>
                  <a:schemeClr val="bg1"/>
                </a:solidFill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194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3" r:id="rId3"/>
    <p:sldLayoutId id="2147483685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kern="1200">
          <a:solidFill>
            <a:schemeClr val="bg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−"/>
        <a:defRPr sz="24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AEB0A5-3D8B-F7B6-2088-DB8840587942}"/>
              </a:ext>
            </a:extLst>
          </p:cNvPr>
          <p:cNvSpPr/>
          <p:nvPr userDrawn="1"/>
        </p:nvSpPr>
        <p:spPr>
          <a:xfrm>
            <a:off x="-76200" y="0"/>
            <a:ext cx="12268200" cy="6858000"/>
          </a:xfrm>
          <a:prstGeom prst="rect">
            <a:avLst/>
          </a:prstGeom>
          <a:solidFill>
            <a:srgbClr val="0537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2A898F-956E-ECA2-CCFB-2AB0417C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633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B5C69-0292-A699-0EAA-48D5D93A5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5A82BA-E7C6-6CCE-18D3-43ABFA22571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339622" y="317378"/>
            <a:ext cx="1514319" cy="125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5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CCB2E3-F78B-D359-ADF1-E8FD79D5CA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3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1F4D681-0FF2-8237-E680-E8B54093C429}"/>
              </a:ext>
            </a:extLst>
          </p:cNvPr>
          <p:cNvSpPr/>
          <p:nvPr/>
        </p:nvSpPr>
        <p:spPr>
          <a:xfrm>
            <a:off x="1" y="-685801"/>
            <a:ext cx="4944217" cy="8229600"/>
          </a:xfrm>
          <a:custGeom>
            <a:avLst/>
            <a:gdLst>
              <a:gd name="connsiteX0" fmla="*/ 829417 w 4944217"/>
              <a:gd name="connsiteY0" fmla="*/ 0 h 8229600"/>
              <a:gd name="connsiteX1" fmla="*/ 4944217 w 4944217"/>
              <a:gd name="connsiteY1" fmla="*/ 4114800 h 8229600"/>
              <a:gd name="connsiteX2" fmla="*/ 829417 w 4944217"/>
              <a:gd name="connsiteY2" fmla="*/ 8229600 h 8229600"/>
              <a:gd name="connsiteX3" fmla="*/ 141 w 4944217"/>
              <a:gd name="connsiteY3" fmla="*/ 8146002 h 8229600"/>
              <a:gd name="connsiteX4" fmla="*/ 0 w 4944217"/>
              <a:gd name="connsiteY4" fmla="*/ 8145970 h 8229600"/>
              <a:gd name="connsiteX5" fmla="*/ 0 w 4944217"/>
              <a:gd name="connsiteY5" fmla="*/ 83631 h 8229600"/>
              <a:gd name="connsiteX6" fmla="*/ 141 w 4944217"/>
              <a:gd name="connsiteY6" fmla="*/ 83598 h 8229600"/>
              <a:gd name="connsiteX7" fmla="*/ 829417 w 4944217"/>
              <a:gd name="connsiteY7" fmla="*/ 0 h 822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4217" h="8229600">
                <a:moveTo>
                  <a:pt x="829417" y="0"/>
                </a:moveTo>
                <a:cubicBezTo>
                  <a:pt x="3101958" y="0"/>
                  <a:pt x="4944217" y="1842259"/>
                  <a:pt x="4944217" y="4114800"/>
                </a:cubicBezTo>
                <a:cubicBezTo>
                  <a:pt x="4944217" y="6387341"/>
                  <a:pt x="3101958" y="8229600"/>
                  <a:pt x="829417" y="8229600"/>
                </a:cubicBezTo>
                <a:cubicBezTo>
                  <a:pt x="545349" y="8229600"/>
                  <a:pt x="268005" y="8200815"/>
                  <a:pt x="141" y="8146002"/>
                </a:cubicBezTo>
                <a:lnTo>
                  <a:pt x="0" y="8145970"/>
                </a:lnTo>
                <a:lnTo>
                  <a:pt x="0" y="83631"/>
                </a:lnTo>
                <a:lnTo>
                  <a:pt x="141" y="83598"/>
                </a:lnTo>
                <a:cubicBezTo>
                  <a:pt x="268005" y="28785"/>
                  <a:pt x="545349" y="0"/>
                  <a:pt x="829417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54D7516-E01F-A04D-268D-4CD0FFDCD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3188" y="4278867"/>
            <a:ext cx="5025400" cy="1340724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Presenter name goes here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03AEA2-92E9-C417-8446-9B1B3C23E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6445" y="2008169"/>
            <a:ext cx="6467605" cy="2064578"/>
          </a:xfrm>
        </p:spPr>
        <p:txBody>
          <a:bodyPr anchor="t"/>
          <a:lstStyle/>
          <a:p>
            <a:pPr algn="l">
              <a:lnSpc>
                <a:spcPct val="100000"/>
              </a:lnSpc>
            </a:pPr>
            <a:r>
              <a:rPr lang="en-US" sz="5400" dirty="0"/>
              <a:t>This space is for the presentation title.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18DAAED-CA1A-6806-8F2F-B5F94B73E7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764" y="1123063"/>
            <a:ext cx="4177622" cy="431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4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87426-36C2-5EAD-882E-1940AFE22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523"/>
            <a:ext cx="10515600" cy="1023710"/>
          </a:xfrm>
        </p:spPr>
        <p:txBody>
          <a:bodyPr/>
          <a:lstStyle/>
          <a:p>
            <a:r>
              <a:rPr lang="en-US" dirty="0"/>
              <a:t>Bulleted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C4CD0-4465-8E79-2EDE-79DD06995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637"/>
            <a:ext cx="10515600" cy="4012937"/>
          </a:xfrm>
        </p:spPr>
        <p:txBody>
          <a:bodyPr/>
          <a:lstStyle/>
          <a:p>
            <a:r>
              <a:rPr lang="en-US" dirty="0"/>
              <a:t>Bullets</a:t>
            </a:r>
          </a:p>
          <a:p>
            <a:r>
              <a:rPr lang="en-US" dirty="0"/>
              <a:t>Bullets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CB9C4-B59A-FCAE-400D-7371B458F064}"/>
              </a:ext>
            </a:extLst>
          </p:cNvPr>
          <p:cNvSpPr txBox="1"/>
          <p:nvPr/>
        </p:nvSpPr>
        <p:spPr>
          <a:xfrm>
            <a:off x="124224" y="6473599"/>
            <a:ext cx="2908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WOLFcon</a:t>
            </a:r>
            <a:r>
              <a:rPr lang="en-US" sz="1200" b="1" dirty="0"/>
              <a:t> 2026 </a:t>
            </a:r>
            <a:r>
              <a:rPr lang="en-US" sz="1200" dirty="0"/>
              <a:t>| Name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7927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D70AD-6A35-455F-0091-F512DDA5C7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866231"/>
            <a:ext cx="10363200" cy="1125537"/>
          </a:xfrm>
        </p:spPr>
        <p:txBody>
          <a:bodyPr/>
          <a:lstStyle/>
          <a:p>
            <a:r>
              <a:rPr lang="en-US" sz="4800" dirty="0"/>
              <a:t>Section Header Slide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4A5C7F-5DE4-3925-2B93-8E434D03C972}"/>
              </a:ext>
            </a:extLst>
          </p:cNvPr>
          <p:cNvSpPr/>
          <p:nvPr/>
        </p:nvSpPr>
        <p:spPr>
          <a:xfrm>
            <a:off x="367862" y="346842"/>
            <a:ext cx="11456276" cy="6148552"/>
          </a:xfrm>
          <a:prstGeom prst="rect">
            <a:avLst/>
          </a:prstGeom>
          <a:noFill/>
          <a:ln w="28575">
            <a:solidFill>
              <a:srgbClr val="199D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5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029E-B675-46BF-C1A1-A7F17B4E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4523"/>
            <a:ext cx="10515600" cy="1023710"/>
          </a:xfrm>
        </p:spPr>
        <p:txBody>
          <a:bodyPr/>
          <a:lstStyle/>
          <a:p>
            <a:r>
              <a:rPr lang="en-US" dirty="0"/>
              <a:t>Slide with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1BDB9-697B-42F6-2C8E-86901474B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130425"/>
            <a:ext cx="5867400" cy="4013200"/>
          </a:xfrm>
        </p:spPr>
        <p:txBody>
          <a:bodyPr/>
          <a:lstStyle/>
          <a:p>
            <a:r>
              <a:rPr lang="en-US" dirty="0"/>
              <a:t>Bullets</a:t>
            </a:r>
          </a:p>
          <a:p>
            <a:r>
              <a:rPr lang="en-US" dirty="0"/>
              <a:t>Bullets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9F9E3D-851C-2B3E-6766-703B49FA8805}"/>
              </a:ext>
            </a:extLst>
          </p:cNvPr>
          <p:cNvSpPr/>
          <p:nvPr/>
        </p:nvSpPr>
        <p:spPr>
          <a:xfrm>
            <a:off x="440559" y="2655877"/>
            <a:ext cx="4408710" cy="2950780"/>
          </a:xfrm>
          <a:prstGeom prst="roundRect">
            <a:avLst>
              <a:gd name="adj" fmla="val 4241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3F056-623F-F6F6-50B9-876F3A84C6DA}"/>
              </a:ext>
            </a:extLst>
          </p:cNvPr>
          <p:cNvSpPr txBox="1"/>
          <p:nvPr/>
        </p:nvSpPr>
        <p:spPr>
          <a:xfrm>
            <a:off x="124224" y="6473599"/>
            <a:ext cx="2908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WOLFcon</a:t>
            </a:r>
            <a:r>
              <a:rPr lang="en-US" sz="1200" b="1" dirty="0"/>
              <a:t> 2026 </a:t>
            </a:r>
            <a:r>
              <a:rPr lang="en-US" sz="1200" dirty="0"/>
              <a:t>| Name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1655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E5968F4-5971-184B-DC74-6EFE6C8FC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63" y="781050"/>
            <a:ext cx="8794750" cy="52959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14B3C6-2F59-1B26-64D4-F92030D2C694}"/>
              </a:ext>
            </a:extLst>
          </p:cNvPr>
          <p:cNvSpPr/>
          <p:nvPr/>
        </p:nvSpPr>
        <p:spPr>
          <a:xfrm>
            <a:off x="8258066" y="3010338"/>
            <a:ext cx="3302000" cy="1333500"/>
          </a:xfrm>
          <a:prstGeom prst="rect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>
            <a:noFill/>
          </a:ln>
          <a:effectLst>
            <a:outerShdw blurRad="103324" dist="102655" dir="276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b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Screenshot Slide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42ADA-8C4A-F6DF-18CD-D1C136F4343E}"/>
              </a:ext>
            </a:extLst>
          </p:cNvPr>
          <p:cNvSpPr txBox="1"/>
          <p:nvPr/>
        </p:nvSpPr>
        <p:spPr>
          <a:xfrm>
            <a:off x="124224" y="6473599"/>
            <a:ext cx="2775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</a:rPr>
              <a:t>WOLFcon</a:t>
            </a:r>
            <a:r>
              <a:rPr lang="en-US" sz="1200" b="1" dirty="0">
                <a:solidFill>
                  <a:schemeClr val="bg1"/>
                </a:solidFill>
              </a:rPr>
              <a:t> 2026 </a:t>
            </a:r>
            <a:r>
              <a:rPr lang="en-US" sz="1200" dirty="0">
                <a:solidFill>
                  <a:schemeClr val="bg1"/>
                </a:solidFill>
              </a:rPr>
              <a:t>| Name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5684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2B01-FBA8-C07B-5D17-6907303C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6C1E9DA-ED8B-4BBA-0D57-A500E83623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3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A3E02DEF-8EB8-6766-8224-92E2E25CF9F0}"/>
              </a:ext>
            </a:extLst>
          </p:cNvPr>
          <p:cNvSpPr/>
          <p:nvPr/>
        </p:nvSpPr>
        <p:spPr>
          <a:xfrm>
            <a:off x="1" y="-685801"/>
            <a:ext cx="4944217" cy="8229600"/>
          </a:xfrm>
          <a:custGeom>
            <a:avLst/>
            <a:gdLst>
              <a:gd name="connsiteX0" fmla="*/ 829417 w 4944217"/>
              <a:gd name="connsiteY0" fmla="*/ 0 h 8229600"/>
              <a:gd name="connsiteX1" fmla="*/ 4944217 w 4944217"/>
              <a:gd name="connsiteY1" fmla="*/ 4114800 h 8229600"/>
              <a:gd name="connsiteX2" fmla="*/ 829417 w 4944217"/>
              <a:gd name="connsiteY2" fmla="*/ 8229600 h 8229600"/>
              <a:gd name="connsiteX3" fmla="*/ 141 w 4944217"/>
              <a:gd name="connsiteY3" fmla="*/ 8146002 h 8229600"/>
              <a:gd name="connsiteX4" fmla="*/ 0 w 4944217"/>
              <a:gd name="connsiteY4" fmla="*/ 8145970 h 8229600"/>
              <a:gd name="connsiteX5" fmla="*/ 0 w 4944217"/>
              <a:gd name="connsiteY5" fmla="*/ 83631 h 8229600"/>
              <a:gd name="connsiteX6" fmla="*/ 141 w 4944217"/>
              <a:gd name="connsiteY6" fmla="*/ 83598 h 8229600"/>
              <a:gd name="connsiteX7" fmla="*/ 829417 w 4944217"/>
              <a:gd name="connsiteY7" fmla="*/ 0 h 822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4217" h="8229600">
                <a:moveTo>
                  <a:pt x="829417" y="0"/>
                </a:moveTo>
                <a:cubicBezTo>
                  <a:pt x="3101958" y="0"/>
                  <a:pt x="4944217" y="1842259"/>
                  <a:pt x="4944217" y="4114800"/>
                </a:cubicBezTo>
                <a:cubicBezTo>
                  <a:pt x="4944217" y="6387341"/>
                  <a:pt x="3101958" y="8229600"/>
                  <a:pt x="829417" y="8229600"/>
                </a:cubicBezTo>
                <a:cubicBezTo>
                  <a:pt x="545349" y="8229600"/>
                  <a:pt x="268005" y="8200815"/>
                  <a:pt x="141" y="8146002"/>
                </a:cubicBezTo>
                <a:lnTo>
                  <a:pt x="0" y="8145970"/>
                </a:lnTo>
                <a:lnTo>
                  <a:pt x="0" y="83631"/>
                </a:lnTo>
                <a:lnTo>
                  <a:pt x="141" y="83598"/>
                </a:lnTo>
                <a:cubicBezTo>
                  <a:pt x="268005" y="28785"/>
                  <a:pt x="545349" y="0"/>
                  <a:pt x="829417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558EE1E-8ADC-D976-3FAA-636B34BF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8910" y="3806364"/>
            <a:ext cx="5025400" cy="1340724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4DFBFB-6CF8-66D8-2955-C3E1E5C0E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2167" y="2396709"/>
            <a:ext cx="6467605" cy="2064578"/>
          </a:xfrm>
        </p:spPr>
        <p:txBody>
          <a:bodyPr anchor="t"/>
          <a:lstStyle/>
          <a:p>
            <a:pPr algn="l"/>
            <a:r>
              <a:rPr lang="en-US" sz="7200" dirty="0"/>
              <a:t>Thank You</a:t>
            </a:r>
          </a:p>
        </p:txBody>
      </p:sp>
      <p:pic>
        <p:nvPicPr>
          <p:cNvPr id="3" name="Graphic 7">
            <a:extLst>
              <a:ext uri="{FF2B5EF4-FFF2-40B4-BE49-F238E27FC236}">
                <a16:creationId xmlns:a16="http://schemas.microsoft.com/office/drawing/2014/main" id="{331D46A1-A17D-D499-FD0A-C0A17ACE31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8764" y="1123063"/>
            <a:ext cx="4177622" cy="431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2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EBSCO General - Body">
  <a:themeElements>
    <a:clrScheme name="Custom 3">
      <a:dk1>
        <a:srgbClr val="000000"/>
      </a:dk1>
      <a:lt1>
        <a:srgbClr val="FFFFFF"/>
      </a:lt1>
      <a:dk2>
        <a:srgbClr val="454545"/>
      </a:dk2>
      <a:lt2>
        <a:srgbClr val="E7E6E6"/>
      </a:lt2>
      <a:accent1>
        <a:srgbClr val="002F56"/>
      </a:accent1>
      <a:accent2>
        <a:srgbClr val="3E75CF"/>
      </a:accent2>
      <a:accent3>
        <a:srgbClr val="007693"/>
      </a:accent3>
      <a:accent4>
        <a:srgbClr val="B31782"/>
      </a:accent4>
      <a:accent5>
        <a:srgbClr val="F78B1E"/>
      </a:accent5>
      <a:accent6>
        <a:srgbClr val="8A8A8A"/>
      </a:accent6>
      <a:hlink>
        <a:srgbClr val="0563C1"/>
      </a:hlink>
      <a:folHlink>
        <a:srgbClr val="954F72"/>
      </a:folHlink>
    </a:clrScheme>
    <a:fontScheme name="EBSCO Gene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bg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BSCO 2015 Theme v2" id="{2975043A-C95F-4D9D-8966-BD2F9103FC35}" vid="{A25642F3-7D27-431F-B3B7-742F97631E52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5d30998-05f0-43b2-a7a9-5f476e67833d" xsi:nil="true"/>
    <lcf76f155ced4ddcb4097134ff3c332f xmlns="93cd4b4d-24ac-431b-bdab-f443018ffb0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69C8DD61C2F0438C20036AC6A96460" ma:contentTypeVersion="19" ma:contentTypeDescription="Create a new document." ma:contentTypeScope="" ma:versionID="09ba34d39cb9013414a40193852b1c8b">
  <xsd:schema xmlns:xsd="http://www.w3.org/2001/XMLSchema" xmlns:xs="http://www.w3.org/2001/XMLSchema" xmlns:p="http://schemas.microsoft.com/office/2006/metadata/properties" xmlns:ns2="93cd4b4d-24ac-431b-bdab-f443018ffb08" xmlns:ns3="85d30998-05f0-43b2-a7a9-5f476e67833d" xmlns:ns4="433ab683-db71-4fa7-9c54-3ecc2228fb12" targetNamespace="http://schemas.microsoft.com/office/2006/metadata/properties" ma:root="true" ma:fieldsID="a5ca179e00ec4d928c861f9fd512e355" ns2:_="" ns3:_="" ns4:_="">
    <xsd:import namespace="93cd4b4d-24ac-431b-bdab-f443018ffb08"/>
    <xsd:import namespace="85d30998-05f0-43b2-a7a9-5f476e67833d"/>
    <xsd:import namespace="433ab683-db71-4fa7-9c54-3ecc2228fb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4:SharedWithUsers" minOccurs="0"/>
                <xsd:element ref="ns4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cd4b4d-24ac-431b-bdab-f443018ffb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c52abea7-4a42-4a00-9534-35aba9b29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30998-05f0-43b2-a7a9-5f476e67833d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c8b32b20-bdd4-4bec-8eb3-7feac8209c6c}" ma:internalName="TaxCatchAll" ma:showField="CatchAllData" ma:web="433ab683-db71-4fa7-9c54-3ecc2228fb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ab683-db71-4fa7-9c54-3ecc2228fb12" elementFormDefault="qualified">
    <xsd:import namespace="http://schemas.microsoft.com/office/2006/documentManagement/types"/>
    <xsd:import namespace="http://schemas.microsoft.com/office/infopath/2007/PartnerControls"/>
    <xsd:element name="SharedWithUsers" ma:index="2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282E65-98F8-4D10-AFBA-11D1402A3C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5D4C3B-E9FE-4D9F-9124-A7A94E51D8F3}">
  <ds:schemaRefs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85d30998-05f0-43b2-a7a9-5f476e67833d"/>
    <ds:schemaRef ds:uri="93cd4b4d-24ac-431b-bdab-f443018ffb08"/>
    <ds:schemaRef ds:uri="http://www.w3.org/XML/1998/namespace"/>
    <ds:schemaRef ds:uri="http://schemas.openxmlformats.org/package/2006/metadata/core-properties"/>
    <ds:schemaRef ds:uri="433ab683-db71-4fa7-9c54-3ecc2228fb12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27D3233-2731-46A7-82C6-6121B8693F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cd4b4d-24ac-431b-bdab-f443018ffb08"/>
    <ds:schemaRef ds:uri="85d30998-05f0-43b2-a7a9-5f476e67833d"/>
    <ds:schemaRef ds:uri="433ab683-db71-4fa7-9c54-3ecc2228fb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0fa36ca-7dd3-44f1-9e3f-1bf39a3963a5}" enabled="0" method="" siteId="{50fa36ca-7dd3-44f1-9e3f-1bf39a3963a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51</Words>
  <Application>Microsoft Macintosh PowerPoint</Application>
  <PresentationFormat>Widescreen</PresentationFormat>
  <Paragraphs>17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1_EBSCO General - Body</vt:lpstr>
      <vt:lpstr>1_Custom Design</vt:lpstr>
      <vt:lpstr>This space is for the presentation title.</vt:lpstr>
      <vt:lpstr>Bulleted Slide</vt:lpstr>
      <vt:lpstr>PowerPoint Presentation</vt:lpstr>
      <vt:lpstr>Slide with Image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EBSCO User Group</dc:title>
  <dc:creator>Shannon Tinkham</dc:creator>
  <cp:lastModifiedBy>Rachel Gilpatrick</cp:lastModifiedBy>
  <cp:revision>10</cp:revision>
  <dcterms:created xsi:type="dcterms:W3CDTF">2022-05-03T15:57:04Z</dcterms:created>
  <dcterms:modified xsi:type="dcterms:W3CDTF">2026-01-13T18:03:05Z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0x010100CD69C8DD61C2F0438C20036AC6A96460</vt:lpwstr>
  </property>
  <property fmtid="{D5CDD505-2E9C-101B-9397-08002B2CF9AE}" pid="3" name="MediaServiceImageTags">
    <vt:lpwstr/>
  </property>
</Properties>
</file>