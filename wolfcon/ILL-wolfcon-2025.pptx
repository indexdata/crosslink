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9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60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</p:sldIdLst>
  <p:sldSz cy="5143500" cx="9144000"/>
  <p:notesSz cx="6858000" cy="9144000"/>
  <p:embeddedFontLst>
    <p:embeddedFont>
      <p:font typeface="Arimo"/>
      <p:regular r:id="rId16"/>
      <p:bold r:id="rId17"/>
      <p:italic r:id="rId18"/>
      <p:boldItalic r:id="rId19"/>
    </p:embeddedFont>
    <p:embeddedFont>
      <p:font typeface="Arimo SemiBold"/>
      <p:regular r:id="rId20"/>
      <p:bold r:id="rId21"/>
      <p:italic r:id="rId22"/>
      <p:boldItalic r:id="rId23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font" Target="fonts/ArimoSemiBold-regular.fntdata"/><Relationship Id="rId11" Type="http://schemas.openxmlformats.org/officeDocument/2006/relationships/slide" Target="slides/slide6.xml"/><Relationship Id="rId22" Type="http://schemas.openxmlformats.org/officeDocument/2006/relationships/font" Target="fonts/ArimoSemiBold-italic.fntdata"/><Relationship Id="rId10" Type="http://schemas.openxmlformats.org/officeDocument/2006/relationships/slide" Target="slides/slide5.xml"/><Relationship Id="rId21" Type="http://schemas.openxmlformats.org/officeDocument/2006/relationships/font" Target="fonts/ArimoSemiBold-bold.fntdata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23" Type="http://schemas.openxmlformats.org/officeDocument/2006/relationships/font" Target="fonts/ArimoSemiBold-boldItalic.fntdata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font" Target="fonts/Arimo-bold.fntdata"/><Relationship Id="rId16" Type="http://schemas.openxmlformats.org/officeDocument/2006/relationships/font" Target="fonts/Arimo-regular.fntdata"/><Relationship Id="rId5" Type="http://schemas.openxmlformats.org/officeDocument/2006/relationships/notesMaster" Target="notesMasters/notesMaster1.xml"/><Relationship Id="rId19" Type="http://schemas.openxmlformats.org/officeDocument/2006/relationships/font" Target="fonts/Arimo-boldItalic.fntdata"/><Relationship Id="rId6" Type="http://schemas.openxmlformats.org/officeDocument/2006/relationships/slide" Target="slides/slide1.xml"/><Relationship Id="rId18" Type="http://schemas.openxmlformats.org/officeDocument/2006/relationships/font" Target="fonts/Arimo-italic.fntdata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3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Google Shape;74;g34905a02913_3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5" name="Google Shape;75;g34905a02913_3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1" name="Shape 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Google Shape;82;g34905a02913_3_36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3" name="Google Shape;83;g34905a02913_3_36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0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g34905a02913_3_44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2" name="Google Shape;92;g34905a02913_3_44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0" name="Shape 1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Google Shape;121;g34905a02913_3_51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2" name="Google Shape;122;g34905a02913_3_51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6" name="Shape 1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" name="Google Shape;127;g34905a02913_3_69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8" name="Google Shape;128;g34905a02913_3_69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2" name="Shape 1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" name="Google Shape;133;g34905a02913_3_74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4" name="Google Shape;134;g34905a02913_3_74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8" name="Shape 1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" name="Google Shape;139;g34905a02913_3_74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0" name="Google Shape;140;g34905a02913_3_74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4" name="Shape 1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" name="Google Shape;145;g34905a02913_3_75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6" name="Google Shape;146;g34905a02913_3_75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0" name="Shape 1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" name="Google Shape;151;g34905a02913_3_77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2" name="Google Shape;152;g34905a02913_3_77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6" name="Shape 1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7" name="Google Shape;157;g34905a02913_3_81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8" name="Google Shape;158;g34905a02913_3_8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2" name="Shape 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Google Shape;13;p3"/>
          <p:cNvSpPr txBox="1"/>
          <p:nvPr>
            <p:ph type="ctrTitle"/>
          </p:nvPr>
        </p:nvSpPr>
        <p:spPr>
          <a:xfrm>
            <a:off x="1143000" y="841772"/>
            <a:ext cx="6858000" cy="1790700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500"/>
              <a:buFont typeface="Arial"/>
              <a:buNone/>
              <a:defRPr sz="4500"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4" name="Google Shape;14;p3"/>
          <p:cNvSpPr txBox="1"/>
          <p:nvPr>
            <p:ph idx="1" type="subTitle"/>
          </p:nvPr>
        </p:nvSpPr>
        <p:spPr>
          <a:xfrm>
            <a:off x="1143000" y="2701529"/>
            <a:ext cx="6858000" cy="12417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lvl="0" algn="ctr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/>
            </a:lvl1pPr>
            <a:lvl2pPr lvl="1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500"/>
              <a:buNone/>
              <a:defRPr sz="1500"/>
            </a:lvl2pPr>
            <a:lvl3pPr lvl="2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sz="1400"/>
            </a:lvl3pPr>
            <a:lvl4pPr lvl="3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 sz="1200"/>
            </a:lvl4pPr>
            <a:lvl5pPr lvl="4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 sz="1200"/>
            </a:lvl5pPr>
            <a:lvl6pPr lvl="5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6pPr>
            <a:lvl7pPr lvl="6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7pPr>
            <a:lvl8pPr lvl="7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8pPr>
            <a:lvl9pPr lvl="8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9pPr>
          </a:lstStyle>
          <a:p/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4"/>
          <p:cNvSpPr txBox="1"/>
          <p:nvPr>
            <p:ph type="title"/>
          </p:nvPr>
        </p:nvSpPr>
        <p:spPr>
          <a:xfrm>
            <a:off x="628650" y="273844"/>
            <a:ext cx="6872400" cy="99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7" name="Google Shape;17;p4"/>
          <p:cNvSpPr txBox="1"/>
          <p:nvPr>
            <p:ph idx="1" type="body"/>
          </p:nvPr>
        </p:nvSpPr>
        <p:spPr>
          <a:xfrm>
            <a:off x="628650" y="1369219"/>
            <a:ext cx="7886700" cy="32634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175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400"/>
              <a:buChar char="•"/>
              <a:defRPr/>
            </a:lvl1pPr>
            <a:lvl2pPr indent="-3175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400"/>
              <a:buChar char="•"/>
              <a:defRPr/>
            </a:lvl2pPr>
            <a:lvl3pPr indent="-3175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400"/>
              <a:buChar char="•"/>
              <a:defRPr/>
            </a:lvl3pPr>
            <a:lvl4pPr indent="-3175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400"/>
              <a:buChar char="•"/>
              <a:defRPr/>
            </a:lvl4pPr>
            <a:lvl5pPr indent="-3175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400"/>
              <a:buChar char="•"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8" name="Shape 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Google Shape;19;p5"/>
          <p:cNvSpPr txBox="1"/>
          <p:nvPr>
            <p:ph type="title"/>
          </p:nvPr>
        </p:nvSpPr>
        <p:spPr>
          <a:xfrm>
            <a:off x="623888" y="1282303"/>
            <a:ext cx="7886700" cy="2139600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500"/>
              <a:buFont typeface="Arial"/>
              <a:buNone/>
              <a:defRPr sz="4500"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20" name="Google Shape;20;p5"/>
          <p:cNvSpPr txBox="1"/>
          <p:nvPr>
            <p:ph idx="1" type="body"/>
          </p:nvPr>
        </p:nvSpPr>
        <p:spPr>
          <a:xfrm>
            <a:off x="623888" y="3442097"/>
            <a:ext cx="7886700" cy="11250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757575"/>
              </a:buClr>
              <a:buSzPts val="1800"/>
              <a:buNone/>
              <a:defRPr sz="1800">
                <a:solidFill>
                  <a:srgbClr val="757575"/>
                </a:solidFill>
              </a:defRPr>
            </a:lvl1pPr>
            <a:lvl2pPr indent="-2286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757575"/>
              </a:buClr>
              <a:buSzPts val="1500"/>
              <a:buNone/>
              <a:defRPr sz="1500">
                <a:solidFill>
                  <a:srgbClr val="757575"/>
                </a:solidFill>
              </a:defRPr>
            </a:lvl2pPr>
            <a:lvl3pPr indent="-2286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757575"/>
              </a:buClr>
              <a:buSzPts val="1400"/>
              <a:buNone/>
              <a:defRPr sz="1400">
                <a:solidFill>
                  <a:srgbClr val="757575"/>
                </a:solidFill>
              </a:defRPr>
            </a:lvl3pPr>
            <a:lvl4pPr indent="-2286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757575"/>
              </a:buClr>
              <a:buSzPts val="1200"/>
              <a:buNone/>
              <a:defRPr sz="1200">
                <a:solidFill>
                  <a:srgbClr val="757575"/>
                </a:solidFill>
              </a:defRPr>
            </a:lvl4pPr>
            <a:lvl5pPr indent="-2286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757575"/>
              </a:buClr>
              <a:buSzPts val="1200"/>
              <a:buNone/>
              <a:defRPr sz="1200">
                <a:solidFill>
                  <a:srgbClr val="757575"/>
                </a:solidFill>
              </a:defRPr>
            </a:lvl5pPr>
            <a:lvl6pPr indent="-2286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757575"/>
              </a:buClr>
              <a:buSzPts val="1200"/>
              <a:buNone/>
              <a:defRPr sz="1200">
                <a:solidFill>
                  <a:srgbClr val="757575"/>
                </a:solidFill>
              </a:defRPr>
            </a:lvl6pPr>
            <a:lvl7pPr indent="-2286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757575"/>
              </a:buClr>
              <a:buSzPts val="1200"/>
              <a:buNone/>
              <a:defRPr sz="1200">
                <a:solidFill>
                  <a:srgbClr val="757575"/>
                </a:solidFill>
              </a:defRPr>
            </a:lvl7pPr>
            <a:lvl8pPr indent="-2286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757575"/>
              </a:buClr>
              <a:buSzPts val="1200"/>
              <a:buNone/>
              <a:defRPr sz="1200">
                <a:solidFill>
                  <a:srgbClr val="757575"/>
                </a:solidFill>
              </a:defRPr>
            </a:lvl8pPr>
            <a:lvl9pPr indent="-2286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757575"/>
              </a:buClr>
              <a:buSzPts val="1200"/>
              <a:buNone/>
              <a:defRPr sz="1200">
                <a:solidFill>
                  <a:srgbClr val="757575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6"/>
          <p:cNvSpPr txBox="1"/>
          <p:nvPr>
            <p:ph type="title"/>
          </p:nvPr>
        </p:nvSpPr>
        <p:spPr>
          <a:xfrm>
            <a:off x="628650" y="273844"/>
            <a:ext cx="6872400" cy="99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23" name="Google Shape;23;p6"/>
          <p:cNvSpPr txBox="1"/>
          <p:nvPr>
            <p:ph idx="1" type="body"/>
          </p:nvPr>
        </p:nvSpPr>
        <p:spPr>
          <a:xfrm>
            <a:off x="628650" y="1369219"/>
            <a:ext cx="3886200" cy="32634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175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400"/>
              <a:buChar char="•"/>
              <a:defRPr/>
            </a:lvl1pPr>
            <a:lvl2pPr indent="-3175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400"/>
              <a:buChar char="•"/>
              <a:defRPr/>
            </a:lvl2pPr>
            <a:lvl3pPr indent="-3175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400"/>
              <a:buChar char="•"/>
              <a:defRPr/>
            </a:lvl3pPr>
            <a:lvl4pPr indent="-3175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400"/>
              <a:buChar char="•"/>
              <a:defRPr/>
            </a:lvl4pPr>
            <a:lvl5pPr indent="-3175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400"/>
              <a:buChar char="•"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24" name="Google Shape;24;p6"/>
          <p:cNvSpPr txBox="1"/>
          <p:nvPr>
            <p:ph idx="2" type="body"/>
          </p:nvPr>
        </p:nvSpPr>
        <p:spPr>
          <a:xfrm>
            <a:off x="4629150" y="1369219"/>
            <a:ext cx="3886200" cy="32634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175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400"/>
              <a:buChar char="•"/>
              <a:defRPr/>
            </a:lvl1pPr>
            <a:lvl2pPr indent="-3175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400"/>
              <a:buChar char="•"/>
              <a:defRPr/>
            </a:lvl2pPr>
            <a:lvl3pPr indent="-3175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400"/>
              <a:buChar char="•"/>
              <a:defRPr/>
            </a:lvl3pPr>
            <a:lvl4pPr indent="-3175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400"/>
              <a:buChar char="•"/>
              <a:defRPr/>
            </a:lvl4pPr>
            <a:lvl5pPr indent="-3175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400"/>
              <a:buChar char="•"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7"/>
          <p:cNvSpPr txBox="1"/>
          <p:nvPr>
            <p:ph type="title"/>
          </p:nvPr>
        </p:nvSpPr>
        <p:spPr>
          <a:xfrm>
            <a:off x="629841" y="273844"/>
            <a:ext cx="7886700" cy="99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27" name="Google Shape;27;p7"/>
          <p:cNvSpPr txBox="1"/>
          <p:nvPr>
            <p:ph idx="1" type="body"/>
          </p:nvPr>
        </p:nvSpPr>
        <p:spPr>
          <a:xfrm>
            <a:off x="629841" y="1260872"/>
            <a:ext cx="3868200" cy="618000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b="1" sz="1800"/>
            </a:lvl1pPr>
            <a:lvl2pPr indent="-2286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500"/>
              <a:buNone/>
              <a:defRPr b="1" sz="1500"/>
            </a:lvl2pPr>
            <a:lvl3pPr indent="-2286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b="1" sz="1400"/>
            </a:lvl3pPr>
            <a:lvl4pPr indent="-2286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 b="1" sz="1200"/>
            </a:lvl4pPr>
            <a:lvl5pPr indent="-2286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 b="1" sz="1200"/>
            </a:lvl5pPr>
            <a:lvl6pPr indent="-2286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6pPr>
            <a:lvl7pPr indent="-2286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7pPr>
            <a:lvl8pPr indent="-2286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8pPr>
            <a:lvl9pPr indent="-2286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9pPr>
          </a:lstStyle>
          <a:p/>
        </p:txBody>
      </p:sp>
      <p:sp>
        <p:nvSpPr>
          <p:cNvPr id="28" name="Google Shape;28;p7"/>
          <p:cNvSpPr txBox="1"/>
          <p:nvPr>
            <p:ph idx="2" type="body"/>
          </p:nvPr>
        </p:nvSpPr>
        <p:spPr>
          <a:xfrm>
            <a:off x="629841" y="1878806"/>
            <a:ext cx="3868200" cy="27633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175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400"/>
              <a:buChar char="•"/>
              <a:defRPr/>
            </a:lvl1pPr>
            <a:lvl2pPr indent="-3175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400"/>
              <a:buChar char="•"/>
              <a:defRPr/>
            </a:lvl2pPr>
            <a:lvl3pPr indent="-3175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400"/>
              <a:buChar char="•"/>
              <a:defRPr/>
            </a:lvl3pPr>
            <a:lvl4pPr indent="-3175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400"/>
              <a:buChar char="•"/>
              <a:defRPr/>
            </a:lvl4pPr>
            <a:lvl5pPr indent="-3175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400"/>
              <a:buChar char="•"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29" name="Google Shape;29;p7"/>
          <p:cNvSpPr txBox="1"/>
          <p:nvPr>
            <p:ph idx="3" type="body"/>
          </p:nvPr>
        </p:nvSpPr>
        <p:spPr>
          <a:xfrm>
            <a:off x="4629150" y="1260872"/>
            <a:ext cx="3887400" cy="618000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b="1" sz="1800"/>
            </a:lvl1pPr>
            <a:lvl2pPr indent="-2286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500"/>
              <a:buNone/>
              <a:defRPr b="1" sz="1500"/>
            </a:lvl2pPr>
            <a:lvl3pPr indent="-2286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b="1" sz="1400"/>
            </a:lvl3pPr>
            <a:lvl4pPr indent="-2286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 b="1" sz="1200"/>
            </a:lvl4pPr>
            <a:lvl5pPr indent="-2286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 b="1" sz="1200"/>
            </a:lvl5pPr>
            <a:lvl6pPr indent="-2286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6pPr>
            <a:lvl7pPr indent="-2286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7pPr>
            <a:lvl8pPr indent="-2286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8pPr>
            <a:lvl9pPr indent="-2286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9pPr>
          </a:lstStyle>
          <a:p/>
        </p:txBody>
      </p:sp>
      <p:sp>
        <p:nvSpPr>
          <p:cNvPr id="30" name="Google Shape;30;p7"/>
          <p:cNvSpPr txBox="1"/>
          <p:nvPr>
            <p:ph idx="4" type="body"/>
          </p:nvPr>
        </p:nvSpPr>
        <p:spPr>
          <a:xfrm>
            <a:off x="4629150" y="1878806"/>
            <a:ext cx="3887400" cy="27633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175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400"/>
              <a:buChar char="•"/>
              <a:defRPr/>
            </a:lvl1pPr>
            <a:lvl2pPr indent="-3175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400"/>
              <a:buChar char="•"/>
              <a:defRPr/>
            </a:lvl2pPr>
            <a:lvl3pPr indent="-3175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400"/>
              <a:buChar char="•"/>
              <a:defRPr/>
            </a:lvl3pPr>
            <a:lvl4pPr indent="-3175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400"/>
              <a:buChar char="•"/>
              <a:defRPr/>
            </a:lvl4pPr>
            <a:lvl5pPr indent="-3175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400"/>
              <a:buChar char="•"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31" name="Shape 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Google Shape;32;p8"/>
          <p:cNvSpPr txBox="1"/>
          <p:nvPr>
            <p:ph type="title"/>
          </p:nvPr>
        </p:nvSpPr>
        <p:spPr>
          <a:xfrm>
            <a:off x="628650" y="273844"/>
            <a:ext cx="6872400" cy="99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9"/>
          <p:cNvSpPr txBox="1"/>
          <p:nvPr>
            <p:ph type="title"/>
          </p:nvPr>
        </p:nvSpPr>
        <p:spPr>
          <a:xfrm>
            <a:off x="629841" y="342900"/>
            <a:ext cx="2949300" cy="1200300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Arial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35" name="Google Shape;35;p9"/>
          <p:cNvSpPr txBox="1"/>
          <p:nvPr>
            <p:ph idx="1" type="body"/>
          </p:nvPr>
        </p:nvSpPr>
        <p:spPr>
          <a:xfrm>
            <a:off x="3887391" y="740569"/>
            <a:ext cx="4629300" cy="36552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810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2400"/>
              <a:buChar char="•"/>
              <a:defRPr sz="2400"/>
            </a:lvl1pPr>
            <a:lvl2pPr indent="-36195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2100"/>
              <a:buChar char="•"/>
              <a:defRPr sz="2100"/>
            </a:lvl2pPr>
            <a:lvl3pPr indent="-3429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 sz="1800"/>
            </a:lvl3pPr>
            <a:lvl4pPr indent="-32385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500"/>
              <a:buChar char="•"/>
              <a:defRPr sz="1500"/>
            </a:lvl4pPr>
            <a:lvl5pPr indent="-32385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500"/>
              <a:buChar char="•"/>
              <a:defRPr sz="1500"/>
            </a:lvl5pPr>
            <a:lvl6pPr indent="-32385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6pPr>
            <a:lvl7pPr indent="-32385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7pPr>
            <a:lvl8pPr indent="-32385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8pPr>
            <a:lvl9pPr indent="-32385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9pPr>
          </a:lstStyle>
          <a:p/>
        </p:txBody>
      </p:sp>
      <p:sp>
        <p:nvSpPr>
          <p:cNvPr id="36" name="Google Shape;36;p9"/>
          <p:cNvSpPr txBox="1"/>
          <p:nvPr>
            <p:ph idx="2" type="body"/>
          </p:nvPr>
        </p:nvSpPr>
        <p:spPr>
          <a:xfrm>
            <a:off x="629841" y="1543050"/>
            <a:ext cx="2949300" cy="28587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 sz="1200"/>
            </a:lvl1pPr>
            <a:lvl2pPr indent="-2286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100"/>
              <a:buNone/>
              <a:defRPr sz="1100"/>
            </a:lvl2pPr>
            <a:lvl3pPr indent="-2286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900"/>
              <a:buNone/>
              <a:defRPr sz="900"/>
            </a:lvl3pPr>
            <a:lvl4pPr indent="-2286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800"/>
              <a:buNone/>
              <a:defRPr sz="800"/>
            </a:lvl4pPr>
            <a:lvl5pPr indent="-2286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800"/>
              <a:buNone/>
              <a:defRPr sz="800"/>
            </a:lvl5pPr>
            <a:lvl6pPr indent="-2286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6pPr>
            <a:lvl7pPr indent="-2286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7pPr>
            <a:lvl8pPr indent="-2286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8pPr>
            <a:lvl9pPr indent="-2286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9pPr>
          </a:lstStyle>
          <a:p/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37" name="Shape 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Google Shape;38;p10"/>
          <p:cNvSpPr txBox="1"/>
          <p:nvPr>
            <p:ph type="title"/>
          </p:nvPr>
        </p:nvSpPr>
        <p:spPr>
          <a:xfrm>
            <a:off x="629841" y="342900"/>
            <a:ext cx="2949300" cy="1200300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Arial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39" name="Google Shape;39;p10"/>
          <p:cNvSpPr/>
          <p:nvPr>
            <p:ph idx="2" type="pic"/>
          </p:nvPr>
        </p:nvSpPr>
        <p:spPr>
          <a:xfrm>
            <a:off x="3887391" y="740569"/>
            <a:ext cx="4629300" cy="3655200"/>
          </a:xfrm>
          <a:prstGeom prst="rect">
            <a:avLst/>
          </a:prstGeom>
          <a:noFill/>
          <a:ln>
            <a:noFill/>
          </a:ln>
        </p:spPr>
      </p:sp>
      <p:sp>
        <p:nvSpPr>
          <p:cNvPr id="40" name="Google Shape;40;p10"/>
          <p:cNvSpPr txBox="1"/>
          <p:nvPr>
            <p:ph idx="1" type="body"/>
          </p:nvPr>
        </p:nvSpPr>
        <p:spPr>
          <a:xfrm>
            <a:off x="629841" y="1543050"/>
            <a:ext cx="2949300" cy="28587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 sz="1200"/>
            </a:lvl1pPr>
            <a:lvl2pPr indent="-2286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100"/>
              <a:buNone/>
              <a:defRPr sz="1100"/>
            </a:lvl2pPr>
            <a:lvl3pPr indent="-2286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900"/>
              <a:buNone/>
              <a:defRPr sz="900"/>
            </a:lvl3pPr>
            <a:lvl4pPr indent="-2286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800"/>
              <a:buNone/>
              <a:defRPr sz="800"/>
            </a:lvl4pPr>
            <a:lvl5pPr indent="-2286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800"/>
              <a:buNone/>
              <a:defRPr sz="800"/>
            </a:lvl5pPr>
            <a:lvl6pPr indent="-2286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6pPr>
            <a:lvl7pPr indent="-2286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7pPr>
            <a:lvl8pPr indent="-2286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8pPr>
            <a:lvl9pPr indent="-2286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9pPr>
          </a:lstStyle>
          <a:p/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ver">
  <p:cSld name="BLANK_1_3">
    <p:bg>
      <p:bgPr>
        <a:solidFill>
          <a:schemeClr val="accent5"/>
        </a:solidFill>
      </p:bgPr>
    </p:bg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2" name="Google Shape;42;p11"/>
          <p:cNvPicPr preferRelativeResize="0"/>
          <p:nvPr/>
        </p:nvPicPr>
        <p:blipFill rotWithShape="1">
          <a:blip r:embed="rId2">
            <a:alphaModFix amt="60000"/>
          </a:blip>
          <a:srcRect b="4816" l="0" r="0" t="0"/>
          <a:stretch/>
        </p:blipFill>
        <p:spPr>
          <a:xfrm>
            <a:off x="277500" y="277500"/>
            <a:ext cx="8589000" cy="4599000"/>
          </a:xfrm>
          <a:prstGeom prst="roundRect">
            <a:avLst>
              <a:gd fmla="val 13515" name="adj"/>
            </a:avLst>
          </a:prstGeom>
          <a:noFill/>
          <a:ln>
            <a:noFill/>
          </a:ln>
        </p:spPr>
      </p:pic>
      <p:sp>
        <p:nvSpPr>
          <p:cNvPr id="43" name="Google Shape;43;p11"/>
          <p:cNvSpPr txBox="1"/>
          <p:nvPr>
            <p:ph idx="1" type="subTitle"/>
          </p:nvPr>
        </p:nvSpPr>
        <p:spPr>
          <a:xfrm>
            <a:off x="821004" y="4044275"/>
            <a:ext cx="5859300" cy="452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lvl="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100"/>
              <a:buNone/>
              <a:defRPr sz="800"/>
            </a:lvl1pPr>
            <a:lvl2pPr lvl="1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zeret Mono"/>
              <a:buNone/>
              <a:defRPr/>
            </a:lvl2pPr>
            <a:lvl3pPr lvl="2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zeret Mono"/>
              <a:buNone/>
              <a:defRPr/>
            </a:lvl3pPr>
            <a:lvl4pPr lvl="3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zeret Mono"/>
              <a:buNone/>
              <a:defRPr/>
            </a:lvl4pPr>
            <a:lvl5pPr lvl="4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zeret Mono"/>
              <a:buNone/>
              <a:defRPr/>
            </a:lvl5pPr>
            <a:lvl6pPr lvl="5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zeret Mono"/>
              <a:buNone/>
              <a:defRPr/>
            </a:lvl6pPr>
            <a:lvl7pPr lvl="6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zeret Mono"/>
              <a:buNone/>
              <a:defRPr/>
            </a:lvl7pPr>
            <a:lvl8pPr lvl="7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zeret Mono"/>
              <a:buNone/>
              <a:defRPr/>
            </a:lvl8pPr>
            <a:lvl9pPr lvl="8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zeret Mono"/>
              <a:buNone/>
              <a:defRPr/>
            </a:lvl9pPr>
          </a:lstStyle>
          <a:p/>
        </p:txBody>
      </p:sp>
      <p:cxnSp>
        <p:nvCxnSpPr>
          <p:cNvPr id="44" name="Google Shape;44;p11"/>
          <p:cNvCxnSpPr/>
          <p:nvPr/>
        </p:nvCxnSpPr>
        <p:spPr>
          <a:xfrm>
            <a:off x="805650" y="792575"/>
            <a:ext cx="7547100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45" name="Google Shape;45;p11"/>
          <p:cNvCxnSpPr/>
          <p:nvPr/>
        </p:nvCxnSpPr>
        <p:spPr>
          <a:xfrm>
            <a:off x="805650" y="4521775"/>
            <a:ext cx="7547100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46" name="Google Shape;46;p11"/>
          <p:cNvSpPr txBox="1"/>
          <p:nvPr>
            <p:ph idx="2" type="subTitle"/>
          </p:nvPr>
        </p:nvSpPr>
        <p:spPr>
          <a:xfrm>
            <a:off x="805651" y="582750"/>
            <a:ext cx="1743300" cy="1230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rmAutofit/>
          </a:bodyPr>
          <a:lstStyle>
            <a:lvl1pPr lvl="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100"/>
              <a:buNone/>
              <a:defRPr sz="800"/>
            </a:lvl1pPr>
            <a:lvl2pPr lvl="1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zeret Mono"/>
              <a:buNone/>
              <a:defRPr/>
            </a:lvl2pPr>
            <a:lvl3pPr lvl="2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zeret Mono"/>
              <a:buNone/>
              <a:defRPr/>
            </a:lvl3pPr>
            <a:lvl4pPr lvl="3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zeret Mono"/>
              <a:buNone/>
              <a:defRPr/>
            </a:lvl4pPr>
            <a:lvl5pPr lvl="4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zeret Mono"/>
              <a:buNone/>
              <a:defRPr/>
            </a:lvl5pPr>
            <a:lvl6pPr lvl="5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zeret Mono"/>
              <a:buNone/>
              <a:defRPr/>
            </a:lvl6pPr>
            <a:lvl7pPr lvl="6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zeret Mono"/>
              <a:buNone/>
              <a:defRPr/>
            </a:lvl7pPr>
            <a:lvl8pPr lvl="7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zeret Mono"/>
              <a:buNone/>
              <a:defRPr/>
            </a:lvl8pPr>
            <a:lvl9pPr lvl="8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zeret Mono"/>
              <a:buNone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3" type="subTitle"/>
          </p:nvPr>
        </p:nvSpPr>
        <p:spPr>
          <a:xfrm>
            <a:off x="2679901" y="582750"/>
            <a:ext cx="1743300" cy="1230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rmAutofit/>
          </a:bodyPr>
          <a:lstStyle>
            <a:lvl1pPr lvl="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100"/>
              <a:buNone/>
              <a:defRPr sz="800"/>
            </a:lvl1pPr>
            <a:lvl2pPr lvl="1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zeret Mono"/>
              <a:buNone/>
              <a:defRPr/>
            </a:lvl2pPr>
            <a:lvl3pPr lvl="2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zeret Mono"/>
              <a:buNone/>
              <a:defRPr/>
            </a:lvl3pPr>
            <a:lvl4pPr lvl="3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zeret Mono"/>
              <a:buNone/>
              <a:defRPr/>
            </a:lvl4pPr>
            <a:lvl5pPr lvl="4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zeret Mono"/>
              <a:buNone/>
              <a:defRPr/>
            </a:lvl5pPr>
            <a:lvl6pPr lvl="5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zeret Mono"/>
              <a:buNone/>
              <a:defRPr/>
            </a:lvl6pPr>
            <a:lvl7pPr lvl="6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zeret Mono"/>
              <a:buNone/>
              <a:defRPr/>
            </a:lvl7pPr>
            <a:lvl8pPr lvl="7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zeret Mono"/>
              <a:buNone/>
              <a:defRPr/>
            </a:lvl8pPr>
            <a:lvl9pPr lvl="8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zeret Mono"/>
              <a:buNone/>
              <a:defRPr/>
            </a:lvl9pPr>
          </a:lstStyle>
          <a:p/>
        </p:txBody>
      </p:sp>
      <p:sp>
        <p:nvSpPr>
          <p:cNvPr id="48" name="Google Shape;48;p11"/>
          <p:cNvSpPr txBox="1"/>
          <p:nvPr>
            <p:ph idx="4" type="subTitle"/>
          </p:nvPr>
        </p:nvSpPr>
        <p:spPr>
          <a:xfrm>
            <a:off x="7677976" y="582750"/>
            <a:ext cx="1743300" cy="1230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rmAutofit/>
          </a:bodyPr>
          <a:lstStyle>
            <a:lvl1pPr lvl="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100"/>
              <a:buNone/>
              <a:defRPr sz="800"/>
            </a:lvl1pPr>
            <a:lvl2pPr lvl="1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zeret Mono"/>
              <a:buNone/>
              <a:defRPr/>
            </a:lvl2pPr>
            <a:lvl3pPr lvl="2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zeret Mono"/>
              <a:buNone/>
              <a:defRPr/>
            </a:lvl3pPr>
            <a:lvl4pPr lvl="3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zeret Mono"/>
              <a:buNone/>
              <a:defRPr/>
            </a:lvl4pPr>
            <a:lvl5pPr lvl="4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zeret Mono"/>
              <a:buNone/>
              <a:defRPr/>
            </a:lvl5pPr>
            <a:lvl6pPr lvl="5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zeret Mono"/>
              <a:buNone/>
              <a:defRPr/>
            </a:lvl6pPr>
            <a:lvl7pPr lvl="6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zeret Mono"/>
              <a:buNone/>
              <a:defRPr/>
            </a:lvl7pPr>
            <a:lvl8pPr lvl="7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zeret Mono"/>
              <a:buNone/>
              <a:defRPr/>
            </a:lvl8pPr>
            <a:lvl9pPr lvl="8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zeret Mono"/>
              <a:buNone/>
              <a:defRPr/>
            </a:lvl9pPr>
          </a:lstStyle>
          <a:p/>
        </p:txBody>
      </p:sp>
      <p:sp>
        <p:nvSpPr>
          <p:cNvPr id="49" name="Google Shape;49;p11"/>
          <p:cNvSpPr txBox="1"/>
          <p:nvPr>
            <p:ph type="title"/>
          </p:nvPr>
        </p:nvSpPr>
        <p:spPr>
          <a:xfrm>
            <a:off x="795525" y="2323100"/>
            <a:ext cx="4838100" cy="1453200"/>
          </a:xfrm>
          <a:prstGeom prst="rect">
            <a:avLst/>
          </a:prstGeom>
        </p:spPr>
        <p:txBody>
          <a:bodyPr anchorCtr="0" anchor="b" bIns="34275" lIns="68575" spcFirstLastPara="1" rIns="68575" wrap="square" tIns="34275">
            <a:noAutofit/>
          </a:bodyPr>
          <a:lstStyle>
            <a:lvl1pPr lv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  <a:defRPr sz="5000"/>
            </a:lvl1pPr>
            <a:lvl2pPr lvl="1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  <a:defRPr sz="5000"/>
            </a:lvl2pPr>
            <a:lvl3pPr lvl="2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  <a:defRPr sz="5000"/>
            </a:lvl3pPr>
            <a:lvl4pPr lvl="3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  <a:defRPr sz="5000"/>
            </a:lvl4pPr>
            <a:lvl5pPr lvl="4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  <a:defRPr sz="5000"/>
            </a:lvl5pPr>
            <a:lvl6pPr lvl="5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  <a:defRPr sz="5000"/>
            </a:lvl6pPr>
            <a:lvl7pPr lvl="6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  <a:defRPr sz="5000"/>
            </a:lvl7pPr>
            <a:lvl8pPr lvl="7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  <a:defRPr sz="5000"/>
            </a:lvl8pPr>
            <a:lvl9pPr lvl="8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  <a:defRPr sz="5000"/>
            </a:lvl9pPr>
          </a:lstStyle>
          <a:p/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Agenda">
  <p:cSld name="Agenda"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12"/>
          <p:cNvSpPr txBox="1"/>
          <p:nvPr>
            <p:ph type="title"/>
          </p:nvPr>
        </p:nvSpPr>
        <p:spPr>
          <a:xfrm>
            <a:off x="677325" y="1832775"/>
            <a:ext cx="3217200" cy="1484100"/>
          </a:xfrm>
          <a:prstGeom prst="rect">
            <a:avLst/>
          </a:prstGeom>
        </p:spPr>
        <p:txBody>
          <a:bodyPr anchorCtr="0" anchor="ctr" bIns="34275" lIns="68575" spcFirstLastPara="1" rIns="68575" wrap="square" tIns="3427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52" name="Google Shape;52;p12"/>
          <p:cNvSpPr txBox="1"/>
          <p:nvPr>
            <p:ph idx="1" type="subTitle"/>
          </p:nvPr>
        </p:nvSpPr>
        <p:spPr>
          <a:xfrm>
            <a:off x="4406650" y="393750"/>
            <a:ext cx="4409700" cy="542700"/>
          </a:xfrm>
          <a:prstGeom prst="rect">
            <a:avLst/>
          </a:prstGeom>
        </p:spPr>
        <p:txBody>
          <a:bodyPr anchorCtr="0" anchor="t" bIns="34275" lIns="68575" spcFirstLastPara="1" rIns="68575" wrap="square" tIns="34275">
            <a:normAutofit/>
          </a:bodyPr>
          <a:lstStyle>
            <a:lvl1pPr lvl="0">
              <a:spcBef>
                <a:spcPts val="80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40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40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40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40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40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40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40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40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53" name="Google Shape;53;p12"/>
          <p:cNvSpPr txBox="1"/>
          <p:nvPr>
            <p:ph idx="2" type="subTitle"/>
          </p:nvPr>
        </p:nvSpPr>
        <p:spPr>
          <a:xfrm>
            <a:off x="4406650" y="1151705"/>
            <a:ext cx="4409700" cy="542700"/>
          </a:xfrm>
          <a:prstGeom prst="rect">
            <a:avLst/>
          </a:prstGeom>
        </p:spPr>
        <p:txBody>
          <a:bodyPr anchorCtr="0" anchor="t" bIns="34275" lIns="68575" spcFirstLastPara="1" rIns="68575" wrap="square" tIns="34275">
            <a:normAutofit/>
          </a:bodyPr>
          <a:lstStyle>
            <a:lvl1pPr lvl="0">
              <a:spcBef>
                <a:spcPts val="80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40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40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40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40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40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40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40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40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54" name="Google Shape;54;p12"/>
          <p:cNvSpPr txBox="1"/>
          <p:nvPr>
            <p:ph idx="3" type="subTitle"/>
          </p:nvPr>
        </p:nvSpPr>
        <p:spPr>
          <a:xfrm>
            <a:off x="4406650" y="3425570"/>
            <a:ext cx="4409700" cy="542700"/>
          </a:xfrm>
          <a:prstGeom prst="rect">
            <a:avLst/>
          </a:prstGeom>
        </p:spPr>
        <p:txBody>
          <a:bodyPr anchorCtr="0" anchor="t" bIns="34275" lIns="68575" spcFirstLastPara="1" rIns="68575" wrap="square" tIns="34275">
            <a:normAutofit/>
          </a:bodyPr>
          <a:lstStyle>
            <a:lvl1pPr lvl="0">
              <a:spcBef>
                <a:spcPts val="80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40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40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40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40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40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40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40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40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55" name="Google Shape;55;p12"/>
          <p:cNvSpPr txBox="1"/>
          <p:nvPr>
            <p:ph idx="4" type="subTitle"/>
          </p:nvPr>
        </p:nvSpPr>
        <p:spPr>
          <a:xfrm>
            <a:off x="4406650" y="1909660"/>
            <a:ext cx="4409700" cy="542700"/>
          </a:xfrm>
          <a:prstGeom prst="rect">
            <a:avLst/>
          </a:prstGeom>
        </p:spPr>
        <p:txBody>
          <a:bodyPr anchorCtr="0" anchor="t" bIns="34275" lIns="68575" spcFirstLastPara="1" rIns="68575" wrap="square" tIns="34275">
            <a:normAutofit/>
          </a:bodyPr>
          <a:lstStyle>
            <a:lvl1pPr lvl="0">
              <a:spcBef>
                <a:spcPts val="80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40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40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40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40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40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40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40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40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56" name="Google Shape;56;p12"/>
          <p:cNvSpPr txBox="1"/>
          <p:nvPr>
            <p:ph idx="5" type="subTitle"/>
          </p:nvPr>
        </p:nvSpPr>
        <p:spPr>
          <a:xfrm>
            <a:off x="4406650" y="4183525"/>
            <a:ext cx="4409700" cy="542700"/>
          </a:xfrm>
          <a:prstGeom prst="rect">
            <a:avLst/>
          </a:prstGeom>
        </p:spPr>
        <p:txBody>
          <a:bodyPr anchorCtr="0" anchor="t" bIns="34275" lIns="68575" spcFirstLastPara="1" rIns="68575" wrap="square" tIns="34275">
            <a:normAutofit/>
          </a:bodyPr>
          <a:lstStyle>
            <a:lvl1pPr lvl="0">
              <a:spcBef>
                <a:spcPts val="80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40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40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40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40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40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40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40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40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57" name="Google Shape;57;p12"/>
          <p:cNvSpPr txBox="1"/>
          <p:nvPr>
            <p:ph idx="6" type="subTitle"/>
          </p:nvPr>
        </p:nvSpPr>
        <p:spPr>
          <a:xfrm>
            <a:off x="4406650" y="2667615"/>
            <a:ext cx="4409700" cy="542700"/>
          </a:xfrm>
          <a:prstGeom prst="rect">
            <a:avLst/>
          </a:prstGeom>
        </p:spPr>
        <p:txBody>
          <a:bodyPr anchorCtr="0" anchor="t" bIns="34275" lIns="68575" spcFirstLastPara="1" rIns="68575" wrap="square" tIns="34275">
            <a:normAutofit/>
          </a:bodyPr>
          <a:lstStyle>
            <a:lvl1pPr lvl="0">
              <a:spcBef>
                <a:spcPts val="80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40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40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40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40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40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40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40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40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Five cards">
  <p:cSld name="CUSTOM_24">
    <p:bg>
      <p:bgPr>
        <a:solidFill>
          <a:schemeClr val="accent5"/>
        </a:solidFill>
      </p:bgPr>
    </p:bg>
    <p:spTree>
      <p:nvGrpSpPr>
        <p:cNvPr id="58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13"/>
          <p:cNvSpPr txBox="1"/>
          <p:nvPr>
            <p:ph idx="1" type="subTitle"/>
          </p:nvPr>
        </p:nvSpPr>
        <p:spPr>
          <a:xfrm>
            <a:off x="417936" y="2908400"/>
            <a:ext cx="1337400" cy="390900"/>
          </a:xfrm>
          <a:prstGeom prst="rect">
            <a:avLst/>
          </a:prstGeom>
        </p:spPr>
        <p:txBody>
          <a:bodyPr anchorCtr="0" anchor="b" bIns="0" lIns="91425" spcFirstLastPara="1" rIns="91425" wrap="square" tIns="0">
            <a:normAutofit/>
          </a:bodyPr>
          <a:lstStyle>
            <a:lvl1pPr lvl="0">
              <a:spcBef>
                <a:spcPts val="800"/>
              </a:spcBef>
              <a:spcAft>
                <a:spcPts val="0"/>
              </a:spcAft>
              <a:buNone/>
              <a:defRPr>
                <a:latin typeface="Arimo"/>
                <a:ea typeface="Arimo"/>
                <a:cs typeface="Arimo"/>
                <a:sym typeface="Arimo"/>
              </a:defRPr>
            </a:lvl1pPr>
            <a:lvl2pPr lvl="1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None/>
              <a:defRPr b="1" sz="1000">
                <a:latin typeface="Arimo"/>
                <a:ea typeface="Arimo"/>
                <a:cs typeface="Arimo"/>
                <a:sym typeface="Arimo"/>
              </a:defRPr>
            </a:lvl2pPr>
            <a:lvl3pPr lvl="2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None/>
              <a:defRPr b="1" sz="1000">
                <a:latin typeface="Arimo"/>
                <a:ea typeface="Arimo"/>
                <a:cs typeface="Arimo"/>
                <a:sym typeface="Arimo"/>
              </a:defRPr>
            </a:lvl3pPr>
            <a:lvl4pPr lvl="3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None/>
              <a:defRPr b="1" sz="1000">
                <a:latin typeface="Arimo"/>
                <a:ea typeface="Arimo"/>
                <a:cs typeface="Arimo"/>
                <a:sym typeface="Arimo"/>
              </a:defRPr>
            </a:lvl4pPr>
            <a:lvl5pPr lvl="4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None/>
              <a:defRPr b="1" sz="1000">
                <a:latin typeface="Arimo"/>
                <a:ea typeface="Arimo"/>
                <a:cs typeface="Arimo"/>
                <a:sym typeface="Arimo"/>
              </a:defRPr>
            </a:lvl5pPr>
            <a:lvl6pPr lvl="5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None/>
              <a:defRPr b="1" sz="1000">
                <a:latin typeface="Arimo"/>
                <a:ea typeface="Arimo"/>
                <a:cs typeface="Arimo"/>
                <a:sym typeface="Arimo"/>
              </a:defRPr>
            </a:lvl6pPr>
            <a:lvl7pPr lvl="6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None/>
              <a:defRPr b="1" sz="1000">
                <a:latin typeface="Arimo"/>
                <a:ea typeface="Arimo"/>
                <a:cs typeface="Arimo"/>
                <a:sym typeface="Arimo"/>
              </a:defRPr>
            </a:lvl7pPr>
            <a:lvl8pPr lvl="7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None/>
              <a:defRPr b="1" sz="1000">
                <a:latin typeface="Arimo"/>
                <a:ea typeface="Arimo"/>
                <a:cs typeface="Arimo"/>
                <a:sym typeface="Arimo"/>
              </a:defRPr>
            </a:lvl8pPr>
            <a:lvl9pPr lvl="8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None/>
              <a:defRPr b="1" sz="1000">
                <a:latin typeface="Arimo"/>
                <a:ea typeface="Arimo"/>
                <a:cs typeface="Arimo"/>
                <a:sym typeface="Arimo"/>
              </a:defRPr>
            </a:lvl9pPr>
          </a:lstStyle>
          <a:p/>
        </p:txBody>
      </p:sp>
      <p:sp>
        <p:nvSpPr>
          <p:cNvPr id="60" name="Google Shape;60;p13"/>
          <p:cNvSpPr txBox="1"/>
          <p:nvPr>
            <p:ph idx="2" type="subTitle"/>
          </p:nvPr>
        </p:nvSpPr>
        <p:spPr>
          <a:xfrm>
            <a:off x="2167325" y="2908400"/>
            <a:ext cx="1337400" cy="390900"/>
          </a:xfrm>
          <a:prstGeom prst="rect">
            <a:avLst/>
          </a:prstGeom>
        </p:spPr>
        <p:txBody>
          <a:bodyPr anchorCtr="0" anchor="b" bIns="0" lIns="91425" spcFirstLastPara="1" rIns="91425" wrap="square" tIns="0">
            <a:normAutofit/>
          </a:bodyPr>
          <a:lstStyle>
            <a:lvl1pPr lvl="0">
              <a:spcBef>
                <a:spcPts val="800"/>
              </a:spcBef>
              <a:spcAft>
                <a:spcPts val="0"/>
              </a:spcAft>
              <a:buNone/>
              <a:defRPr>
                <a:latin typeface="Arimo"/>
                <a:ea typeface="Arimo"/>
                <a:cs typeface="Arimo"/>
                <a:sym typeface="Arimo"/>
              </a:defRPr>
            </a:lvl1pPr>
            <a:lvl2pPr lvl="1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None/>
              <a:defRPr b="1" sz="1000">
                <a:latin typeface="Arimo"/>
                <a:ea typeface="Arimo"/>
                <a:cs typeface="Arimo"/>
                <a:sym typeface="Arimo"/>
              </a:defRPr>
            </a:lvl2pPr>
            <a:lvl3pPr lvl="2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None/>
              <a:defRPr b="1" sz="1000">
                <a:latin typeface="Arimo"/>
                <a:ea typeface="Arimo"/>
                <a:cs typeface="Arimo"/>
                <a:sym typeface="Arimo"/>
              </a:defRPr>
            </a:lvl3pPr>
            <a:lvl4pPr lvl="3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None/>
              <a:defRPr b="1" sz="1000">
                <a:latin typeface="Arimo"/>
                <a:ea typeface="Arimo"/>
                <a:cs typeface="Arimo"/>
                <a:sym typeface="Arimo"/>
              </a:defRPr>
            </a:lvl4pPr>
            <a:lvl5pPr lvl="4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None/>
              <a:defRPr b="1" sz="1000">
                <a:latin typeface="Arimo"/>
                <a:ea typeface="Arimo"/>
                <a:cs typeface="Arimo"/>
                <a:sym typeface="Arimo"/>
              </a:defRPr>
            </a:lvl5pPr>
            <a:lvl6pPr lvl="5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None/>
              <a:defRPr b="1" sz="1000">
                <a:latin typeface="Arimo"/>
                <a:ea typeface="Arimo"/>
                <a:cs typeface="Arimo"/>
                <a:sym typeface="Arimo"/>
              </a:defRPr>
            </a:lvl6pPr>
            <a:lvl7pPr lvl="6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None/>
              <a:defRPr b="1" sz="1000">
                <a:latin typeface="Arimo"/>
                <a:ea typeface="Arimo"/>
                <a:cs typeface="Arimo"/>
                <a:sym typeface="Arimo"/>
              </a:defRPr>
            </a:lvl7pPr>
            <a:lvl8pPr lvl="7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None/>
              <a:defRPr b="1" sz="1000">
                <a:latin typeface="Arimo"/>
                <a:ea typeface="Arimo"/>
                <a:cs typeface="Arimo"/>
                <a:sym typeface="Arimo"/>
              </a:defRPr>
            </a:lvl8pPr>
            <a:lvl9pPr lvl="8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None/>
              <a:defRPr b="1" sz="1000">
                <a:latin typeface="Arimo"/>
                <a:ea typeface="Arimo"/>
                <a:cs typeface="Arimo"/>
                <a:sym typeface="Arimo"/>
              </a:defRPr>
            </a:lvl9pPr>
          </a:lstStyle>
          <a:p/>
        </p:txBody>
      </p:sp>
      <p:sp>
        <p:nvSpPr>
          <p:cNvPr id="61" name="Google Shape;61;p13"/>
          <p:cNvSpPr txBox="1"/>
          <p:nvPr>
            <p:ph idx="3" type="subTitle"/>
          </p:nvPr>
        </p:nvSpPr>
        <p:spPr>
          <a:xfrm>
            <a:off x="3905470" y="2908400"/>
            <a:ext cx="1337400" cy="390900"/>
          </a:xfrm>
          <a:prstGeom prst="rect">
            <a:avLst/>
          </a:prstGeom>
        </p:spPr>
        <p:txBody>
          <a:bodyPr anchorCtr="0" anchor="b" bIns="0" lIns="91425" spcFirstLastPara="1" rIns="91425" wrap="square" tIns="0">
            <a:normAutofit/>
          </a:bodyPr>
          <a:lstStyle>
            <a:lvl1pPr lvl="0">
              <a:spcBef>
                <a:spcPts val="800"/>
              </a:spcBef>
              <a:spcAft>
                <a:spcPts val="0"/>
              </a:spcAft>
              <a:buNone/>
              <a:defRPr>
                <a:latin typeface="Arimo"/>
                <a:ea typeface="Arimo"/>
                <a:cs typeface="Arimo"/>
                <a:sym typeface="Arimo"/>
              </a:defRPr>
            </a:lvl1pPr>
            <a:lvl2pPr lvl="1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None/>
              <a:defRPr b="1" sz="1000">
                <a:latin typeface="Arimo"/>
                <a:ea typeface="Arimo"/>
                <a:cs typeface="Arimo"/>
                <a:sym typeface="Arimo"/>
              </a:defRPr>
            </a:lvl2pPr>
            <a:lvl3pPr lvl="2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None/>
              <a:defRPr b="1" sz="1000">
                <a:latin typeface="Arimo"/>
                <a:ea typeface="Arimo"/>
                <a:cs typeface="Arimo"/>
                <a:sym typeface="Arimo"/>
              </a:defRPr>
            </a:lvl3pPr>
            <a:lvl4pPr lvl="3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None/>
              <a:defRPr b="1" sz="1000">
                <a:latin typeface="Arimo"/>
                <a:ea typeface="Arimo"/>
                <a:cs typeface="Arimo"/>
                <a:sym typeface="Arimo"/>
              </a:defRPr>
            </a:lvl4pPr>
            <a:lvl5pPr lvl="4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None/>
              <a:defRPr b="1" sz="1000">
                <a:latin typeface="Arimo"/>
                <a:ea typeface="Arimo"/>
                <a:cs typeface="Arimo"/>
                <a:sym typeface="Arimo"/>
              </a:defRPr>
            </a:lvl5pPr>
            <a:lvl6pPr lvl="5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None/>
              <a:defRPr b="1" sz="1000">
                <a:latin typeface="Arimo"/>
                <a:ea typeface="Arimo"/>
                <a:cs typeface="Arimo"/>
                <a:sym typeface="Arimo"/>
              </a:defRPr>
            </a:lvl6pPr>
            <a:lvl7pPr lvl="6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None/>
              <a:defRPr b="1" sz="1000">
                <a:latin typeface="Arimo"/>
                <a:ea typeface="Arimo"/>
                <a:cs typeface="Arimo"/>
                <a:sym typeface="Arimo"/>
              </a:defRPr>
            </a:lvl7pPr>
            <a:lvl8pPr lvl="7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None/>
              <a:defRPr b="1" sz="1000">
                <a:latin typeface="Arimo"/>
                <a:ea typeface="Arimo"/>
                <a:cs typeface="Arimo"/>
                <a:sym typeface="Arimo"/>
              </a:defRPr>
            </a:lvl8pPr>
            <a:lvl9pPr lvl="8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None/>
              <a:defRPr b="1" sz="1000">
                <a:latin typeface="Arimo"/>
                <a:ea typeface="Arimo"/>
                <a:cs typeface="Arimo"/>
                <a:sym typeface="Arimo"/>
              </a:defRPr>
            </a:lvl9pPr>
          </a:lstStyle>
          <a:p/>
        </p:txBody>
      </p:sp>
      <p:sp>
        <p:nvSpPr>
          <p:cNvPr id="62" name="Google Shape;62;p13"/>
          <p:cNvSpPr txBox="1"/>
          <p:nvPr>
            <p:ph idx="4" type="subTitle"/>
          </p:nvPr>
        </p:nvSpPr>
        <p:spPr>
          <a:xfrm>
            <a:off x="5652384" y="2908400"/>
            <a:ext cx="1337400" cy="390900"/>
          </a:xfrm>
          <a:prstGeom prst="rect">
            <a:avLst/>
          </a:prstGeom>
        </p:spPr>
        <p:txBody>
          <a:bodyPr anchorCtr="0" anchor="b" bIns="0" lIns="91425" spcFirstLastPara="1" rIns="91425" wrap="square" tIns="0">
            <a:normAutofit/>
          </a:bodyPr>
          <a:lstStyle>
            <a:lvl1pPr lvl="0">
              <a:spcBef>
                <a:spcPts val="800"/>
              </a:spcBef>
              <a:spcAft>
                <a:spcPts val="0"/>
              </a:spcAft>
              <a:buNone/>
              <a:defRPr>
                <a:latin typeface="Arimo"/>
                <a:ea typeface="Arimo"/>
                <a:cs typeface="Arimo"/>
                <a:sym typeface="Arimo"/>
              </a:defRPr>
            </a:lvl1pPr>
            <a:lvl2pPr lvl="1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None/>
              <a:defRPr b="1" sz="1000">
                <a:latin typeface="Arimo"/>
                <a:ea typeface="Arimo"/>
                <a:cs typeface="Arimo"/>
                <a:sym typeface="Arimo"/>
              </a:defRPr>
            </a:lvl2pPr>
            <a:lvl3pPr lvl="2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None/>
              <a:defRPr b="1" sz="1000">
                <a:latin typeface="Arimo"/>
                <a:ea typeface="Arimo"/>
                <a:cs typeface="Arimo"/>
                <a:sym typeface="Arimo"/>
              </a:defRPr>
            </a:lvl3pPr>
            <a:lvl4pPr lvl="3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None/>
              <a:defRPr b="1" sz="1000">
                <a:latin typeface="Arimo"/>
                <a:ea typeface="Arimo"/>
                <a:cs typeface="Arimo"/>
                <a:sym typeface="Arimo"/>
              </a:defRPr>
            </a:lvl4pPr>
            <a:lvl5pPr lvl="4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None/>
              <a:defRPr b="1" sz="1000">
                <a:latin typeface="Arimo"/>
                <a:ea typeface="Arimo"/>
                <a:cs typeface="Arimo"/>
                <a:sym typeface="Arimo"/>
              </a:defRPr>
            </a:lvl5pPr>
            <a:lvl6pPr lvl="5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None/>
              <a:defRPr b="1" sz="1000">
                <a:latin typeface="Arimo"/>
                <a:ea typeface="Arimo"/>
                <a:cs typeface="Arimo"/>
                <a:sym typeface="Arimo"/>
              </a:defRPr>
            </a:lvl6pPr>
            <a:lvl7pPr lvl="6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None/>
              <a:defRPr b="1" sz="1000">
                <a:latin typeface="Arimo"/>
                <a:ea typeface="Arimo"/>
                <a:cs typeface="Arimo"/>
                <a:sym typeface="Arimo"/>
              </a:defRPr>
            </a:lvl7pPr>
            <a:lvl8pPr lvl="7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None/>
              <a:defRPr b="1" sz="1000">
                <a:latin typeface="Arimo"/>
                <a:ea typeface="Arimo"/>
                <a:cs typeface="Arimo"/>
                <a:sym typeface="Arimo"/>
              </a:defRPr>
            </a:lvl8pPr>
            <a:lvl9pPr lvl="8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None/>
              <a:defRPr b="1" sz="1000">
                <a:latin typeface="Arimo"/>
                <a:ea typeface="Arimo"/>
                <a:cs typeface="Arimo"/>
                <a:sym typeface="Arimo"/>
              </a:defRPr>
            </a:lvl9pPr>
          </a:lstStyle>
          <a:p/>
        </p:txBody>
      </p:sp>
      <p:sp>
        <p:nvSpPr>
          <p:cNvPr id="63" name="Google Shape;63;p13"/>
          <p:cNvSpPr txBox="1"/>
          <p:nvPr>
            <p:ph idx="5" type="subTitle"/>
          </p:nvPr>
        </p:nvSpPr>
        <p:spPr>
          <a:xfrm>
            <a:off x="7392630" y="2908400"/>
            <a:ext cx="1337400" cy="390900"/>
          </a:xfrm>
          <a:prstGeom prst="rect">
            <a:avLst/>
          </a:prstGeom>
        </p:spPr>
        <p:txBody>
          <a:bodyPr anchorCtr="0" anchor="b" bIns="0" lIns="91425" spcFirstLastPara="1" rIns="91425" wrap="square" tIns="0">
            <a:normAutofit/>
          </a:bodyPr>
          <a:lstStyle>
            <a:lvl1pPr lvl="0">
              <a:spcBef>
                <a:spcPts val="800"/>
              </a:spcBef>
              <a:spcAft>
                <a:spcPts val="0"/>
              </a:spcAft>
              <a:buNone/>
              <a:defRPr>
                <a:latin typeface="Arimo"/>
                <a:ea typeface="Arimo"/>
                <a:cs typeface="Arimo"/>
                <a:sym typeface="Arimo"/>
              </a:defRPr>
            </a:lvl1pPr>
            <a:lvl2pPr lvl="1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None/>
              <a:defRPr b="1" sz="1000">
                <a:latin typeface="Arimo"/>
                <a:ea typeface="Arimo"/>
                <a:cs typeface="Arimo"/>
                <a:sym typeface="Arimo"/>
              </a:defRPr>
            </a:lvl2pPr>
            <a:lvl3pPr lvl="2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None/>
              <a:defRPr b="1" sz="1000">
                <a:latin typeface="Arimo"/>
                <a:ea typeface="Arimo"/>
                <a:cs typeface="Arimo"/>
                <a:sym typeface="Arimo"/>
              </a:defRPr>
            </a:lvl3pPr>
            <a:lvl4pPr lvl="3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None/>
              <a:defRPr b="1" sz="1000">
                <a:latin typeface="Arimo"/>
                <a:ea typeface="Arimo"/>
                <a:cs typeface="Arimo"/>
                <a:sym typeface="Arimo"/>
              </a:defRPr>
            </a:lvl4pPr>
            <a:lvl5pPr lvl="4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None/>
              <a:defRPr b="1" sz="1000">
                <a:latin typeface="Arimo"/>
                <a:ea typeface="Arimo"/>
                <a:cs typeface="Arimo"/>
                <a:sym typeface="Arimo"/>
              </a:defRPr>
            </a:lvl5pPr>
            <a:lvl6pPr lvl="5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None/>
              <a:defRPr b="1" sz="1000">
                <a:latin typeface="Arimo"/>
                <a:ea typeface="Arimo"/>
                <a:cs typeface="Arimo"/>
                <a:sym typeface="Arimo"/>
              </a:defRPr>
            </a:lvl6pPr>
            <a:lvl7pPr lvl="6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None/>
              <a:defRPr b="1" sz="1000">
                <a:latin typeface="Arimo"/>
                <a:ea typeface="Arimo"/>
                <a:cs typeface="Arimo"/>
                <a:sym typeface="Arimo"/>
              </a:defRPr>
            </a:lvl7pPr>
            <a:lvl8pPr lvl="7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None/>
              <a:defRPr b="1" sz="1000">
                <a:latin typeface="Arimo"/>
                <a:ea typeface="Arimo"/>
                <a:cs typeface="Arimo"/>
                <a:sym typeface="Arimo"/>
              </a:defRPr>
            </a:lvl8pPr>
            <a:lvl9pPr lvl="8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None/>
              <a:defRPr b="1" sz="1000">
                <a:latin typeface="Arimo"/>
                <a:ea typeface="Arimo"/>
                <a:cs typeface="Arimo"/>
                <a:sym typeface="Arimo"/>
              </a:defRPr>
            </a:lvl9pPr>
          </a:lstStyle>
          <a:p/>
        </p:txBody>
      </p:sp>
      <p:sp>
        <p:nvSpPr>
          <p:cNvPr id="64" name="Google Shape;64;p13"/>
          <p:cNvSpPr txBox="1"/>
          <p:nvPr>
            <p:ph idx="6" type="body"/>
          </p:nvPr>
        </p:nvSpPr>
        <p:spPr>
          <a:xfrm>
            <a:off x="417811" y="3433000"/>
            <a:ext cx="1337400" cy="1176900"/>
          </a:xfrm>
          <a:prstGeom prst="rect">
            <a:avLst/>
          </a:prstGeom>
        </p:spPr>
        <p:txBody>
          <a:bodyPr anchorCtr="0" anchor="t" bIns="34275" lIns="68575" spcFirstLastPara="1" rIns="68575" wrap="square" tIns="34275">
            <a:spAutoFit/>
          </a:bodyPr>
          <a:lstStyle>
            <a:lvl1pPr indent="-228600" lvl="0" marL="457200">
              <a:spcBef>
                <a:spcPts val="800"/>
              </a:spcBef>
              <a:spcAft>
                <a:spcPts val="0"/>
              </a:spcAft>
              <a:buNone/>
              <a:defRPr sz="900"/>
            </a:lvl1pPr>
            <a:lvl2pPr indent="-228600" lvl="1" marL="914400">
              <a:spcBef>
                <a:spcPts val="800"/>
              </a:spcBef>
              <a:spcAft>
                <a:spcPts val="0"/>
              </a:spcAft>
              <a:buNone/>
              <a:defRPr sz="900"/>
            </a:lvl2pPr>
            <a:lvl3pPr indent="-228600" lvl="2" marL="1371600">
              <a:spcBef>
                <a:spcPts val="800"/>
              </a:spcBef>
              <a:spcAft>
                <a:spcPts val="0"/>
              </a:spcAft>
              <a:buNone/>
              <a:defRPr sz="900"/>
            </a:lvl3pPr>
            <a:lvl4pPr indent="-228600" lvl="3" marL="1828800">
              <a:spcBef>
                <a:spcPts val="800"/>
              </a:spcBef>
              <a:spcAft>
                <a:spcPts val="0"/>
              </a:spcAft>
              <a:buNone/>
              <a:defRPr sz="900"/>
            </a:lvl4pPr>
            <a:lvl5pPr indent="-228600" lvl="4" marL="2286000">
              <a:spcBef>
                <a:spcPts val="800"/>
              </a:spcBef>
              <a:spcAft>
                <a:spcPts val="0"/>
              </a:spcAft>
              <a:buNone/>
              <a:defRPr sz="900"/>
            </a:lvl5pPr>
            <a:lvl6pPr indent="-228600" lvl="5" marL="2743200">
              <a:spcBef>
                <a:spcPts val="800"/>
              </a:spcBef>
              <a:spcAft>
                <a:spcPts val="0"/>
              </a:spcAft>
              <a:buNone/>
              <a:defRPr sz="900"/>
            </a:lvl6pPr>
            <a:lvl7pPr indent="-228600" lvl="6" marL="3200400">
              <a:spcBef>
                <a:spcPts val="800"/>
              </a:spcBef>
              <a:spcAft>
                <a:spcPts val="0"/>
              </a:spcAft>
              <a:buNone/>
              <a:defRPr sz="900"/>
            </a:lvl7pPr>
            <a:lvl8pPr indent="-228600" lvl="7" marL="3657600">
              <a:spcBef>
                <a:spcPts val="800"/>
              </a:spcBef>
              <a:spcAft>
                <a:spcPts val="0"/>
              </a:spcAft>
              <a:buNone/>
              <a:defRPr sz="900"/>
            </a:lvl8pPr>
            <a:lvl9pPr indent="-228600" lvl="8" marL="4114800">
              <a:spcBef>
                <a:spcPts val="800"/>
              </a:spcBef>
              <a:spcAft>
                <a:spcPts val="0"/>
              </a:spcAft>
              <a:buNone/>
              <a:defRPr sz="900"/>
            </a:lvl9pPr>
          </a:lstStyle>
          <a:p/>
        </p:txBody>
      </p:sp>
      <p:sp>
        <p:nvSpPr>
          <p:cNvPr id="65" name="Google Shape;65;p13"/>
          <p:cNvSpPr txBox="1"/>
          <p:nvPr>
            <p:ph idx="7" type="body"/>
          </p:nvPr>
        </p:nvSpPr>
        <p:spPr>
          <a:xfrm>
            <a:off x="2167325" y="3433000"/>
            <a:ext cx="1337400" cy="1176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indent="-228600" lvl="0" marL="457200">
              <a:spcBef>
                <a:spcPts val="800"/>
              </a:spcBef>
              <a:spcAft>
                <a:spcPts val="0"/>
              </a:spcAft>
              <a:buNone/>
              <a:defRPr sz="900"/>
            </a:lvl1pPr>
            <a:lvl2pPr indent="-228600" lvl="1" marL="914400">
              <a:spcBef>
                <a:spcPts val="800"/>
              </a:spcBef>
              <a:spcAft>
                <a:spcPts val="0"/>
              </a:spcAft>
              <a:buNone/>
              <a:defRPr sz="900"/>
            </a:lvl2pPr>
            <a:lvl3pPr indent="-228600" lvl="2" marL="1371600">
              <a:spcBef>
                <a:spcPts val="800"/>
              </a:spcBef>
              <a:spcAft>
                <a:spcPts val="0"/>
              </a:spcAft>
              <a:buNone/>
              <a:defRPr sz="900"/>
            </a:lvl3pPr>
            <a:lvl4pPr indent="-228600" lvl="3" marL="1828800">
              <a:spcBef>
                <a:spcPts val="800"/>
              </a:spcBef>
              <a:spcAft>
                <a:spcPts val="0"/>
              </a:spcAft>
              <a:buNone/>
              <a:defRPr sz="900"/>
            </a:lvl4pPr>
            <a:lvl5pPr indent="-228600" lvl="4" marL="2286000">
              <a:spcBef>
                <a:spcPts val="800"/>
              </a:spcBef>
              <a:spcAft>
                <a:spcPts val="0"/>
              </a:spcAft>
              <a:buNone/>
              <a:defRPr sz="900"/>
            </a:lvl5pPr>
            <a:lvl6pPr indent="-228600" lvl="5" marL="2743200">
              <a:spcBef>
                <a:spcPts val="800"/>
              </a:spcBef>
              <a:spcAft>
                <a:spcPts val="0"/>
              </a:spcAft>
              <a:buNone/>
              <a:defRPr sz="900"/>
            </a:lvl6pPr>
            <a:lvl7pPr indent="-228600" lvl="6" marL="3200400">
              <a:spcBef>
                <a:spcPts val="800"/>
              </a:spcBef>
              <a:spcAft>
                <a:spcPts val="0"/>
              </a:spcAft>
              <a:buNone/>
              <a:defRPr sz="900"/>
            </a:lvl7pPr>
            <a:lvl8pPr indent="-228600" lvl="7" marL="3657600">
              <a:spcBef>
                <a:spcPts val="800"/>
              </a:spcBef>
              <a:spcAft>
                <a:spcPts val="0"/>
              </a:spcAft>
              <a:buNone/>
              <a:defRPr sz="900"/>
            </a:lvl8pPr>
            <a:lvl9pPr indent="-228600" lvl="8" marL="4114800">
              <a:spcBef>
                <a:spcPts val="800"/>
              </a:spcBef>
              <a:spcAft>
                <a:spcPts val="0"/>
              </a:spcAft>
              <a:buNone/>
              <a:defRPr sz="900"/>
            </a:lvl9pPr>
          </a:lstStyle>
          <a:p/>
        </p:txBody>
      </p:sp>
      <p:sp>
        <p:nvSpPr>
          <p:cNvPr id="66" name="Google Shape;66;p13"/>
          <p:cNvSpPr txBox="1"/>
          <p:nvPr>
            <p:ph idx="8" type="body"/>
          </p:nvPr>
        </p:nvSpPr>
        <p:spPr>
          <a:xfrm>
            <a:off x="3903300" y="3433000"/>
            <a:ext cx="1337400" cy="1176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indent="-228600" lvl="0" marL="457200">
              <a:spcBef>
                <a:spcPts val="800"/>
              </a:spcBef>
              <a:spcAft>
                <a:spcPts val="0"/>
              </a:spcAft>
              <a:buNone/>
              <a:defRPr sz="900"/>
            </a:lvl1pPr>
            <a:lvl2pPr indent="-228600" lvl="1" marL="914400">
              <a:spcBef>
                <a:spcPts val="800"/>
              </a:spcBef>
              <a:spcAft>
                <a:spcPts val="0"/>
              </a:spcAft>
              <a:buNone/>
              <a:defRPr sz="900"/>
            </a:lvl2pPr>
            <a:lvl3pPr indent="-228600" lvl="2" marL="1371600">
              <a:spcBef>
                <a:spcPts val="800"/>
              </a:spcBef>
              <a:spcAft>
                <a:spcPts val="0"/>
              </a:spcAft>
              <a:buNone/>
              <a:defRPr sz="900"/>
            </a:lvl3pPr>
            <a:lvl4pPr indent="-228600" lvl="3" marL="1828800">
              <a:spcBef>
                <a:spcPts val="800"/>
              </a:spcBef>
              <a:spcAft>
                <a:spcPts val="0"/>
              </a:spcAft>
              <a:buNone/>
              <a:defRPr sz="900"/>
            </a:lvl4pPr>
            <a:lvl5pPr indent="-228600" lvl="4" marL="2286000">
              <a:spcBef>
                <a:spcPts val="800"/>
              </a:spcBef>
              <a:spcAft>
                <a:spcPts val="0"/>
              </a:spcAft>
              <a:buNone/>
              <a:defRPr sz="900"/>
            </a:lvl5pPr>
            <a:lvl6pPr indent="-228600" lvl="5" marL="2743200">
              <a:spcBef>
                <a:spcPts val="800"/>
              </a:spcBef>
              <a:spcAft>
                <a:spcPts val="0"/>
              </a:spcAft>
              <a:buNone/>
              <a:defRPr sz="900"/>
            </a:lvl6pPr>
            <a:lvl7pPr indent="-228600" lvl="6" marL="3200400">
              <a:spcBef>
                <a:spcPts val="800"/>
              </a:spcBef>
              <a:spcAft>
                <a:spcPts val="0"/>
              </a:spcAft>
              <a:buNone/>
              <a:defRPr sz="900"/>
            </a:lvl7pPr>
            <a:lvl8pPr indent="-228600" lvl="7" marL="3657600">
              <a:spcBef>
                <a:spcPts val="800"/>
              </a:spcBef>
              <a:spcAft>
                <a:spcPts val="0"/>
              </a:spcAft>
              <a:buNone/>
              <a:defRPr sz="900"/>
            </a:lvl8pPr>
            <a:lvl9pPr indent="-228600" lvl="8" marL="4114800">
              <a:spcBef>
                <a:spcPts val="800"/>
              </a:spcBef>
              <a:spcAft>
                <a:spcPts val="0"/>
              </a:spcAft>
              <a:buNone/>
              <a:defRPr sz="900"/>
            </a:lvl9pPr>
          </a:lstStyle>
          <a:p/>
        </p:txBody>
      </p:sp>
      <p:sp>
        <p:nvSpPr>
          <p:cNvPr id="67" name="Google Shape;67;p13"/>
          <p:cNvSpPr txBox="1"/>
          <p:nvPr>
            <p:ph idx="9" type="body"/>
          </p:nvPr>
        </p:nvSpPr>
        <p:spPr>
          <a:xfrm>
            <a:off x="5648625" y="3433000"/>
            <a:ext cx="1337400" cy="1176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indent="-228600" lvl="0" marL="457200">
              <a:spcBef>
                <a:spcPts val="800"/>
              </a:spcBef>
              <a:spcAft>
                <a:spcPts val="0"/>
              </a:spcAft>
              <a:buNone/>
              <a:defRPr sz="900"/>
            </a:lvl1pPr>
            <a:lvl2pPr indent="-228600" lvl="1" marL="914400">
              <a:spcBef>
                <a:spcPts val="800"/>
              </a:spcBef>
              <a:spcAft>
                <a:spcPts val="0"/>
              </a:spcAft>
              <a:buNone/>
              <a:defRPr sz="900"/>
            </a:lvl2pPr>
            <a:lvl3pPr indent="-228600" lvl="2" marL="1371600">
              <a:spcBef>
                <a:spcPts val="800"/>
              </a:spcBef>
              <a:spcAft>
                <a:spcPts val="0"/>
              </a:spcAft>
              <a:buNone/>
              <a:defRPr sz="900"/>
            </a:lvl3pPr>
            <a:lvl4pPr indent="-228600" lvl="3" marL="1828800">
              <a:spcBef>
                <a:spcPts val="800"/>
              </a:spcBef>
              <a:spcAft>
                <a:spcPts val="0"/>
              </a:spcAft>
              <a:buNone/>
              <a:defRPr sz="900"/>
            </a:lvl4pPr>
            <a:lvl5pPr indent="-228600" lvl="4" marL="2286000">
              <a:spcBef>
                <a:spcPts val="800"/>
              </a:spcBef>
              <a:spcAft>
                <a:spcPts val="0"/>
              </a:spcAft>
              <a:buNone/>
              <a:defRPr sz="900"/>
            </a:lvl5pPr>
            <a:lvl6pPr indent="-228600" lvl="5" marL="2743200">
              <a:spcBef>
                <a:spcPts val="800"/>
              </a:spcBef>
              <a:spcAft>
                <a:spcPts val="0"/>
              </a:spcAft>
              <a:buNone/>
              <a:defRPr sz="900"/>
            </a:lvl6pPr>
            <a:lvl7pPr indent="-228600" lvl="6" marL="3200400">
              <a:spcBef>
                <a:spcPts val="800"/>
              </a:spcBef>
              <a:spcAft>
                <a:spcPts val="0"/>
              </a:spcAft>
              <a:buNone/>
              <a:defRPr sz="900"/>
            </a:lvl7pPr>
            <a:lvl8pPr indent="-228600" lvl="7" marL="3657600">
              <a:spcBef>
                <a:spcPts val="800"/>
              </a:spcBef>
              <a:spcAft>
                <a:spcPts val="0"/>
              </a:spcAft>
              <a:buNone/>
              <a:defRPr sz="900"/>
            </a:lvl8pPr>
            <a:lvl9pPr indent="-228600" lvl="8" marL="4114800">
              <a:spcBef>
                <a:spcPts val="800"/>
              </a:spcBef>
              <a:spcAft>
                <a:spcPts val="0"/>
              </a:spcAft>
              <a:buNone/>
              <a:defRPr sz="900"/>
            </a:lvl9pPr>
          </a:lstStyle>
          <a:p/>
        </p:txBody>
      </p:sp>
      <p:sp>
        <p:nvSpPr>
          <p:cNvPr id="68" name="Google Shape;68;p13"/>
          <p:cNvSpPr txBox="1"/>
          <p:nvPr>
            <p:ph idx="13" type="body"/>
          </p:nvPr>
        </p:nvSpPr>
        <p:spPr>
          <a:xfrm>
            <a:off x="7385291" y="3433000"/>
            <a:ext cx="1337400" cy="1176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indent="-228600" lvl="0" marL="457200">
              <a:spcBef>
                <a:spcPts val="800"/>
              </a:spcBef>
              <a:spcAft>
                <a:spcPts val="0"/>
              </a:spcAft>
              <a:buNone/>
              <a:defRPr sz="900"/>
            </a:lvl1pPr>
            <a:lvl2pPr indent="-228600" lvl="1" marL="914400">
              <a:spcBef>
                <a:spcPts val="800"/>
              </a:spcBef>
              <a:spcAft>
                <a:spcPts val="0"/>
              </a:spcAft>
              <a:buNone/>
              <a:defRPr sz="900"/>
            </a:lvl2pPr>
            <a:lvl3pPr indent="-228600" lvl="2" marL="1371600">
              <a:spcBef>
                <a:spcPts val="800"/>
              </a:spcBef>
              <a:spcAft>
                <a:spcPts val="0"/>
              </a:spcAft>
              <a:buNone/>
              <a:defRPr sz="900"/>
            </a:lvl3pPr>
            <a:lvl4pPr indent="-228600" lvl="3" marL="1828800">
              <a:spcBef>
                <a:spcPts val="800"/>
              </a:spcBef>
              <a:spcAft>
                <a:spcPts val="0"/>
              </a:spcAft>
              <a:buNone/>
              <a:defRPr sz="900"/>
            </a:lvl4pPr>
            <a:lvl5pPr indent="-228600" lvl="4" marL="2286000">
              <a:spcBef>
                <a:spcPts val="800"/>
              </a:spcBef>
              <a:spcAft>
                <a:spcPts val="0"/>
              </a:spcAft>
              <a:buNone/>
              <a:defRPr sz="900"/>
            </a:lvl5pPr>
            <a:lvl6pPr indent="-228600" lvl="5" marL="2743200">
              <a:spcBef>
                <a:spcPts val="800"/>
              </a:spcBef>
              <a:spcAft>
                <a:spcPts val="0"/>
              </a:spcAft>
              <a:buNone/>
              <a:defRPr sz="900"/>
            </a:lvl6pPr>
            <a:lvl7pPr indent="-228600" lvl="6" marL="3200400">
              <a:spcBef>
                <a:spcPts val="800"/>
              </a:spcBef>
              <a:spcAft>
                <a:spcPts val="0"/>
              </a:spcAft>
              <a:buNone/>
              <a:defRPr sz="900"/>
            </a:lvl7pPr>
            <a:lvl8pPr indent="-228600" lvl="7" marL="3657600">
              <a:spcBef>
                <a:spcPts val="800"/>
              </a:spcBef>
              <a:spcAft>
                <a:spcPts val="0"/>
              </a:spcAft>
              <a:buNone/>
              <a:defRPr sz="900"/>
            </a:lvl8pPr>
            <a:lvl9pPr indent="-228600" lvl="8" marL="4114800">
              <a:spcBef>
                <a:spcPts val="800"/>
              </a:spcBef>
              <a:spcAft>
                <a:spcPts val="0"/>
              </a:spcAft>
              <a:buNone/>
              <a:defRPr sz="900"/>
            </a:lvl9pPr>
          </a:lstStyle>
          <a:p/>
        </p:txBody>
      </p:sp>
      <p:sp>
        <p:nvSpPr>
          <p:cNvPr id="69" name="Google Shape;69;p13"/>
          <p:cNvSpPr txBox="1"/>
          <p:nvPr>
            <p:ph idx="14" type="subTitle"/>
          </p:nvPr>
        </p:nvSpPr>
        <p:spPr>
          <a:xfrm>
            <a:off x="277500" y="278858"/>
            <a:ext cx="1630200" cy="137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lvl="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800"/>
              <a:buFont typeface="Arimo"/>
              <a:buNone/>
              <a:defRPr sz="800">
                <a:latin typeface="Arimo"/>
                <a:ea typeface="Arimo"/>
                <a:cs typeface="Arimo"/>
                <a:sym typeface="Arimo"/>
              </a:defRPr>
            </a:lvl1pPr>
            <a:lvl2pPr lvl="1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2pPr>
            <a:lvl3pPr lvl="2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3pPr>
            <a:lvl4pPr lvl="3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4pPr>
            <a:lvl5pPr lvl="4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5pPr>
            <a:lvl6pPr lvl="5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6pPr>
            <a:lvl7pPr lvl="6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7pPr>
            <a:lvl8pPr lvl="7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8pPr>
            <a:lvl9pPr lvl="8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9pPr>
          </a:lstStyle>
          <a:p/>
        </p:txBody>
      </p:sp>
      <p:sp>
        <p:nvSpPr>
          <p:cNvPr id="70" name="Google Shape;70;p13"/>
          <p:cNvSpPr txBox="1"/>
          <p:nvPr>
            <p:ph idx="15" type="subTitle"/>
          </p:nvPr>
        </p:nvSpPr>
        <p:spPr>
          <a:xfrm>
            <a:off x="7236300" y="278858"/>
            <a:ext cx="1630200" cy="137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lvl="0" algn="r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800"/>
              <a:buFont typeface="Arimo"/>
              <a:buNone/>
              <a:defRPr sz="800">
                <a:latin typeface="Arimo"/>
                <a:ea typeface="Arimo"/>
                <a:cs typeface="Arimo"/>
                <a:sym typeface="Arimo"/>
              </a:defRPr>
            </a:lvl1pPr>
            <a:lvl2pPr lvl="1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2pPr>
            <a:lvl3pPr lvl="2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3pPr>
            <a:lvl4pPr lvl="3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4pPr>
            <a:lvl5pPr lvl="4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5pPr>
            <a:lvl6pPr lvl="5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6pPr>
            <a:lvl7pPr lvl="6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7pPr>
            <a:lvl8pPr lvl="7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8pPr>
            <a:lvl9pPr lvl="8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9pPr>
          </a:lstStyle>
          <a:p/>
        </p:txBody>
      </p:sp>
      <p:sp>
        <p:nvSpPr>
          <p:cNvPr id="71" name="Google Shape;71;p13"/>
          <p:cNvSpPr txBox="1"/>
          <p:nvPr>
            <p:ph type="title"/>
          </p:nvPr>
        </p:nvSpPr>
        <p:spPr>
          <a:xfrm>
            <a:off x="277500" y="416250"/>
            <a:ext cx="8589000" cy="885000"/>
          </a:xfrm>
          <a:prstGeom prst="rect">
            <a:avLst/>
          </a:prstGeom>
        </p:spPr>
        <p:txBody>
          <a:bodyPr anchorCtr="0" anchor="ctr" bIns="0" lIns="0" spcFirstLastPara="1" rIns="0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3000"/>
            </a:lvl1pPr>
            <a:lvl2pPr lvl="1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latin typeface="Arimo SemiBold"/>
                <a:ea typeface="Arimo SemiBold"/>
                <a:cs typeface="Arimo SemiBold"/>
                <a:sym typeface="Arimo SemiBold"/>
              </a:defRPr>
            </a:lvl2pPr>
            <a:lvl3pPr lvl="2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latin typeface="Arimo SemiBold"/>
                <a:ea typeface="Arimo SemiBold"/>
                <a:cs typeface="Arimo SemiBold"/>
                <a:sym typeface="Arimo SemiBold"/>
              </a:defRPr>
            </a:lvl3pPr>
            <a:lvl4pPr lvl="3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latin typeface="Arimo SemiBold"/>
                <a:ea typeface="Arimo SemiBold"/>
                <a:cs typeface="Arimo SemiBold"/>
                <a:sym typeface="Arimo SemiBold"/>
              </a:defRPr>
            </a:lvl4pPr>
            <a:lvl5pPr lvl="4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latin typeface="Arimo SemiBold"/>
                <a:ea typeface="Arimo SemiBold"/>
                <a:cs typeface="Arimo SemiBold"/>
                <a:sym typeface="Arimo SemiBold"/>
              </a:defRPr>
            </a:lvl5pPr>
            <a:lvl6pPr lvl="5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latin typeface="Arimo SemiBold"/>
                <a:ea typeface="Arimo SemiBold"/>
                <a:cs typeface="Arimo SemiBold"/>
                <a:sym typeface="Arimo SemiBold"/>
              </a:defRPr>
            </a:lvl6pPr>
            <a:lvl7pPr lvl="6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latin typeface="Arimo SemiBold"/>
                <a:ea typeface="Arimo SemiBold"/>
                <a:cs typeface="Arimo SemiBold"/>
                <a:sym typeface="Arimo SemiBold"/>
              </a:defRPr>
            </a:lvl7pPr>
            <a:lvl8pPr lvl="7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latin typeface="Arimo SemiBold"/>
                <a:ea typeface="Arimo SemiBold"/>
                <a:cs typeface="Arimo SemiBold"/>
                <a:sym typeface="Arimo SemiBold"/>
              </a:defRPr>
            </a:lvl8pPr>
            <a:lvl9pPr lvl="8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latin typeface="Arimo SemiBold"/>
                <a:ea typeface="Arimo SemiBold"/>
                <a:cs typeface="Arimo SemiBold"/>
                <a:sym typeface="Arimo SemiBold"/>
              </a:defRPr>
            </a:lvl9pPr>
          </a:lstStyle>
          <a:p/>
        </p:txBody>
      </p:sp>
      <p:sp>
        <p:nvSpPr>
          <p:cNvPr id="72" name="Google Shape;72;p13"/>
          <p:cNvSpPr txBox="1"/>
          <p:nvPr>
            <p:ph idx="12" type="sldNum"/>
          </p:nvPr>
        </p:nvSpPr>
        <p:spPr>
          <a:xfrm>
            <a:off x="8208648" y="4749900"/>
            <a:ext cx="657900" cy="192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0" wrap="square" tIns="9142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9pPr>
          </a:lstStyle>
          <a:p>
            <a:pPr indent="-44450" lvl="0" marL="0" rt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00"/>
              <a:buFont typeface="Arimo"/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1" Type="http://schemas.openxmlformats.org/officeDocument/2006/relationships/slideLayout" Target="../slideLayouts/slideLayout10.xml"/><Relationship Id="rId10" Type="http://schemas.openxmlformats.org/officeDocument/2006/relationships/slideLayout" Target="../slideLayouts/slideLayout9.xml"/><Relationship Id="rId13" Type="http://schemas.openxmlformats.org/officeDocument/2006/relationships/slideLayout" Target="../slideLayouts/slideLayout12.xml"/><Relationship Id="rId12" Type="http://schemas.openxmlformats.org/officeDocument/2006/relationships/slideLayout" Target="../slideLayouts/slideLayout11.xml"/><Relationship Id="rId1" Type="http://schemas.openxmlformats.org/officeDocument/2006/relationships/image" Target="../media/image3.png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9" Type="http://schemas.openxmlformats.org/officeDocument/2006/relationships/slideLayout" Target="../slideLayouts/slideLayout8.xml"/><Relationship Id="rId14" Type="http://schemas.openxmlformats.org/officeDocument/2006/relationships/theme" Target="../theme/theme1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/>
          <p:nvPr/>
        </p:nvSpPr>
        <p:spPr>
          <a:xfrm>
            <a:off x="-57150" y="0"/>
            <a:ext cx="9201300" cy="5143500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" name="Google Shape;7;p1"/>
          <p:cNvSpPr txBox="1"/>
          <p:nvPr>
            <p:ph type="title"/>
          </p:nvPr>
        </p:nvSpPr>
        <p:spPr>
          <a:xfrm>
            <a:off x="628650" y="273844"/>
            <a:ext cx="6872400" cy="99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300"/>
              <a:buFont typeface="Arial"/>
              <a:buNone/>
              <a:defRPr b="0" i="0" sz="33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9pPr>
          </a:lstStyle>
          <a:p/>
        </p:txBody>
      </p:sp>
      <p:sp>
        <p:nvSpPr>
          <p:cNvPr id="8" name="Google Shape;8;p1"/>
          <p:cNvSpPr txBox="1"/>
          <p:nvPr>
            <p:ph idx="1" type="body"/>
          </p:nvPr>
        </p:nvSpPr>
        <p:spPr>
          <a:xfrm>
            <a:off x="628650" y="1369219"/>
            <a:ext cx="7886700" cy="32634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61950" lvl="0" marL="457200" marR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2100"/>
              <a:buFont typeface="Arial"/>
              <a:buChar char="•"/>
              <a:defRPr b="0" i="0" sz="21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42900" lvl="1" marL="9144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23850" lvl="2" marL="13716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17500" lvl="3" marL="18288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17500" lvl="4" marL="22860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17500" lvl="5" marL="27432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17500" lvl="6" marL="32004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17500" lvl="7" marL="36576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17500" lvl="8" marL="41148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pic>
        <p:nvPicPr>
          <p:cNvPr descr="A white wolf head with a black background&#10;&#10;Description automatically generated" id="9" name="Google Shape;9;p1"/>
          <p:cNvPicPr preferRelativeResize="0"/>
          <p:nvPr/>
        </p:nvPicPr>
        <p:blipFill rotWithShape="1">
          <a:blip r:embed="rId1">
            <a:alphaModFix/>
          </a:blip>
          <a:srcRect b="0" l="0" r="0" t="0"/>
          <a:stretch/>
        </p:blipFill>
        <p:spPr>
          <a:xfrm>
            <a:off x="7754717" y="203211"/>
            <a:ext cx="1135739" cy="1007165"/>
          </a:xfrm>
          <a:prstGeom prst="rect">
            <a:avLst/>
          </a:prstGeom>
          <a:noFill/>
          <a:ln>
            <a:noFill/>
          </a:ln>
        </p:spPr>
      </p:pic>
      <p:sp>
        <p:nvSpPr>
          <p:cNvPr id="10" name="Google Shape;10;p1"/>
          <p:cNvSpPr txBox="1"/>
          <p:nvPr/>
        </p:nvSpPr>
        <p:spPr>
          <a:xfrm>
            <a:off x="93168" y="4855199"/>
            <a:ext cx="2082000" cy="3462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9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WOLFcon 2025 </a:t>
            </a:r>
            <a:r>
              <a:rPr lang="en" sz="9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| Name of Presentation</a:t>
            </a:r>
            <a:endParaRPr sz="1100"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2"/>
    <p:sldLayoutId id="2147483649" r:id="rId3"/>
    <p:sldLayoutId id="2147483650" r:id="rId4"/>
    <p:sldLayoutId id="2147483651" r:id="rId5"/>
    <p:sldLayoutId id="2147483652" r:id="rId6"/>
    <p:sldLayoutId id="2147483653" r:id="rId7"/>
    <p:sldLayoutId id="2147483654" r:id="rId8"/>
    <p:sldLayoutId id="2147483655" r:id="rId9"/>
    <p:sldLayoutId id="2147483656" r:id="rId10"/>
    <p:sldLayoutId id="2147483657" r:id="rId11"/>
    <p:sldLayoutId id="2147483658" r:id="rId12"/>
    <p:sldLayoutId id="2147483659" r:id="rId13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0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2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4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5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6" name="Shape 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" name="Google Shape;77;p14"/>
          <p:cNvSpPr txBox="1"/>
          <p:nvPr>
            <p:ph idx="1" type="subTitle"/>
          </p:nvPr>
        </p:nvSpPr>
        <p:spPr>
          <a:xfrm>
            <a:off x="821004" y="4044275"/>
            <a:ext cx="5859300" cy="452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rtl="0" algn="l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Arial"/>
              <a:buNone/>
            </a:pPr>
            <a:r>
              <a:rPr lang="en"/>
              <a:t>Architecture and tech deep dive</a:t>
            </a:r>
            <a:endParaRPr/>
          </a:p>
        </p:txBody>
      </p:sp>
      <p:sp>
        <p:nvSpPr>
          <p:cNvPr id="78" name="Google Shape;78;p14"/>
          <p:cNvSpPr txBox="1"/>
          <p:nvPr>
            <p:ph idx="2" type="subTitle"/>
          </p:nvPr>
        </p:nvSpPr>
        <p:spPr>
          <a:xfrm>
            <a:off x="805650" y="582750"/>
            <a:ext cx="2354100" cy="1230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rtl="0" algn="l">
              <a:spcBef>
                <a:spcPts val="800"/>
              </a:spcBef>
              <a:spcAft>
                <a:spcPts val="0"/>
              </a:spcAft>
              <a:buNone/>
            </a:pPr>
            <a:r>
              <a:rPr lang="en"/>
              <a:t>Jakub Skoczen, Lead Architect, Index Data</a:t>
            </a:r>
            <a:endParaRPr/>
          </a:p>
        </p:txBody>
      </p:sp>
      <p:sp>
        <p:nvSpPr>
          <p:cNvPr id="79" name="Google Shape;79;p14"/>
          <p:cNvSpPr txBox="1"/>
          <p:nvPr>
            <p:ph idx="4" type="subTitle"/>
          </p:nvPr>
        </p:nvSpPr>
        <p:spPr>
          <a:xfrm>
            <a:off x="7506526" y="582750"/>
            <a:ext cx="1743300" cy="1230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rtl="0" algn="l">
              <a:spcBef>
                <a:spcPts val="800"/>
              </a:spcBef>
              <a:spcAft>
                <a:spcPts val="0"/>
              </a:spcAft>
              <a:buNone/>
            </a:pPr>
            <a:r>
              <a:rPr lang="en"/>
              <a:t>Wolfcon 2025</a:t>
            </a:r>
            <a:endParaRPr/>
          </a:p>
        </p:txBody>
      </p:sp>
      <p:sp>
        <p:nvSpPr>
          <p:cNvPr id="80" name="Google Shape;80;p14"/>
          <p:cNvSpPr txBox="1"/>
          <p:nvPr>
            <p:ph type="title"/>
          </p:nvPr>
        </p:nvSpPr>
        <p:spPr>
          <a:xfrm>
            <a:off x="795525" y="2323100"/>
            <a:ext cx="4838100" cy="1453200"/>
          </a:xfrm>
          <a:prstGeom prst="rect">
            <a:avLst/>
          </a:prstGeom>
        </p:spPr>
        <p:txBody>
          <a:bodyPr anchorCtr="0" anchor="b" bIns="34275" lIns="68575" spcFirstLastPara="1" rIns="68575" wrap="square" tIns="342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CrossLink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ILL Platform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4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p15"/>
          <p:cNvSpPr txBox="1"/>
          <p:nvPr>
            <p:ph idx="1" type="subTitle"/>
          </p:nvPr>
        </p:nvSpPr>
        <p:spPr>
          <a:xfrm>
            <a:off x="3051800" y="393750"/>
            <a:ext cx="5954400" cy="825600"/>
          </a:xfrm>
          <a:prstGeom prst="rect">
            <a:avLst/>
          </a:prstGeom>
        </p:spPr>
        <p:txBody>
          <a:bodyPr anchorCtr="0" anchor="t" bIns="90450" lIns="90450" spcFirstLastPara="1" rIns="90450" wrap="square" tIns="90450">
            <a:normAutofit/>
          </a:bodyPr>
          <a:lstStyle/>
          <a:p>
            <a:pPr indent="0" lvl="0" marL="0" rtl="0" algn="l">
              <a:spcBef>
                <a:spcPts val="800"/>
              </a:spcBef>
              <a:spcAft>
                <a:spcPts val="0"/>
              </a:spcAft>
              <a:buNone/>
            </a:pPr>
            <a:r>
              <a:rPr lang="en" sz="1781"/>
              <a:t>Benefits of b</a:t>
            </a:r>
            <a:r>
              <a:rPr lang="en" sz="1781"/>
              <a:t>roker-based ILL solution</a:t>
            </a:r>
            <a:endParaRPr sz="1781"/>
          </a:p>
        </p:txBody>
      </p:sp>
      <p:sp>
        <p:nvSpPr>
          <p:cNvPr id="86" name="Google Shape;86;p15"/>
          <p:cNvSpPr txBox="1"/>
          <p:nvPr>
            <p:ph idx="2" type="subTitle"/>
          </p:nvPr>
        </p:nvSpPr>
        <p:spPr>
          <a:xfrm>
            <a:off x="3051800" y="1547474"/>
            <a:ext cx="5954400" cy="825600"/>
          </a:xfrm>
          <a:prstGeom prst="rect">
            <a:avLst/>
          </a:prstGeom>
        </p:spPr>
        <p:txBody>
          <a:bodyPr anchorCtr="0" anchor="t" bIns="90450" lIns="90450" spcFirstLastPara="1" rIns="90450" wrap="square" tIns="90450">
            <a:normAutofit/>
          </a:bodyPr>
          <a:lstStyle/>
          <a:p>
            <a:pPr indent="0" lvl="0" marL="0" rtl="0" algn="l">
              <a:spcBef>
                <a:spcPts val="800"/>
              </a:spcBef>
              <a:spcAft>
                <a:spcPts val="0"/>
              </a:spcAft>
              <a:buNone/>
            </a:pPr>
            <a:r>
              <a:rPr lang="en" sz="1781"/>
              <a:t>Challenges of using </a:t>
            </a:r>
            <a:r>
              <a:rPr lang="en" sz="1781"/>
              <a:t>ISO18626 in a broker-based system</a:t>
            </a:r>
            <a:endParaRPr sz="1781"/>
          </a:p>
        </p:txBody>
      </p:sp>
      <p:sp>
        <p:nvSpPr>
          <p:cNvPr id="87" name="Google Shape;87;p15"/>
          <p:cNvSpPr txBox="1"/>
          <p:nvPr>
            <p:ph idx="4" type="subTitle"/>
          </p:nvPr>
        </p:nvSpPr>
        <p:spPr>
          <a:xfrm>
            <a:off x="3051800" y="2701198"/>
            <a:ext cx="5954400" cy="825600"/>
          </a:xfrm>
          <a:prstGeom prst="rect">
            <a:avLst/>
          </a:prstGeom>
        </p:spPr>
        <p:txBody>
          <a:bodyPr anchorCtr="0" anchor="t" bIns="90450" lIns="90450" spcFirstLastPara="1" rIns="90450" wrap="square" tIns="90450">
            <a:normAutofit/>
          </a:bodyPr>
          <a:lstStyle/>
          <a:p>
            <a:pPr indent="0" lvl="0" marL="0" rtl="0" algn="l">
              <a:spcBef>
                <a:spcPts val="800"/>
              </a:spcBef>
              <a:spcAft>
                <a:spcPts val="0"/>
              </a:spcAft>
              <a:buNone/>
            </a:pPr>
            <a:r>
              <a:rPr lang="en" sz="1781"/>
              <a:t>CrossLink Broker design and implementation details</a:t>
            </a:r>
            <a:endParaRPr sz="1781"/>
          </a:p>
        </p:txBody>
      </p:sp>
      <p:sp>
        <p:nvSpPr>
          <p:cNvPr id="88" name="Google Shape;88;p15"/>
          <p:cNvSpPr txBox="1"/>
          <p:nvPr>
            <p:ph type="title"/>
          </p:nvPr>
        </p:nvSpPr>
        <p:spPr>
          <a:xfrm>
            <a:off x="677325" y="1832775"/>
            <a:ext cx="3317400" cy="581700"/>
          </a:xfrm>
          <a:prstGeom prst="rect">
            <a:avLst/>
          </a:prstGeom>
        </p:spPr>
        <p:txBody>
          <a:bodyPr anchorCtr="0" anchor="ctr" bIns="34275" lIns="68575" spcFirstLastPara="1" rIns="68575" wrap="square" tIns="3427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Agenda</a:t>
            </a:r>
            <a:endParaRPr/>
          </a:p>
        </p:txBody>
      </p:sp>
      <p:sp>
        <p:nvSpPr>
          <p:cNvPr id="89" name="Google Shape;89;p15"/>
          <p:cNvSpPr txBox="1"/>
          <p:nvPr>
            <p:ph idx="6" type="subTitle"/>
          </p:nvPr>
        </p:nvSpPr>
        <p:spPr>
          <a:xfrm>
            <a:off x="3051800" y="3854922"/>
            <a:ext cx="5954400" cy="825600"/>
          </a:xfrm>
          <a:prstGeom prst="rect">
            <a:avLst/>
          </a:prstGeom>
        </p:spPr>
        <p:txBody>
          <a:bodyPr anchorCtr="0" anchor="t" bIns="90450" lIns="90450" spcFirstLastPara="1" rIns="90450" wrap="square" tIns="90450">
            <a:normAutofit/>
          </a:bodyPr>
          <a:lstStyle/>
          <a:p>
            <a:pPr indent="0" lvl="0" marL="0" rtl="0" algn="l">
              <a:spcBef>
                <a:spcPts val="800"/>
              </a:spcBef>
              <a:spcAft>
                <a:spcPts val="0"/>
              </a:spcAft>
              <a:buNone/>
            </a:pPr>
            <a:r>
              <a:rPr lang="en" sz="1781"/>
              <a:t>Future development</a:t>
            </a:r>
            <a:endParaRPr sz="1781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3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4" name="Google Shape;94;p16"/>
          <p:cNvPicPr preferRelativeResize="0"/>
          <p:nvPr/>
        </p:nvPicPr>
        <p:blipFill rotWithShape="1">
          <a:blip r:embed="rId3">
            <a:alphaModFix amt="10000"/>
          </a:blip>
          <a:srcRect b="19825" l="1070" r="80231" t="14705"/>
          <a:stretch/>
        </p:blipFill>
        <p:spPr>
          <a:xfrm>
            <a:off x="608775" y="1743975"/>
            <a:ext cx="1623600" cy="3039900"/>
          </a:xfrm>
          <a:prstGeom prst="roundRect">
            <a:avLst>
              <a:gd fmla="val 9898" name="adj"/>
            </a:avLst>
          </a:prstGeom>
          <a:noFill/>
          <a:ln>
            <a:noFill/>
          </a:ln>
        </p:spPr>
      </p:pic>
      <p:pic>
        <p:nvPicPr>
          <p:cNvPr id="95" name="Google Shape;95;p16"/>
          <p:cNvPicPr preferRelativeResize="0"/>
          <p:nvPr/>
        </p:nvPicPr>
        <p:blipFill rotWithShape="1">
          <a:blip r:embed="rId3">
            <a:alphaModFix amt="10000"/>
          </a:blip>
          <a:srcRect b="19825" l="1070" r="80231" t="14705"/>
          <a:stretch/>
        </p:blipFill>
        <p:spPr>
          <a:xfrm>
            <a:off x="4084375" y="1743975"/>
            <a:ext cx="1623600" cy="3039900"/>
          </a:xfrm>
          <a:prstGeom prst="roundRect">
            <a:avLst>
              <a:gd fmla="val 9898" name="adj"/>
            </a:avLst>
          </a:prstGeom>
          <a:noFill/>
          <a:ln>
            <a:noFill/>
          </a:ln>
        </p:spPr>
      </p:pic>
      <p:pic>
        <p:nvPicPr>
          <p:cNvPr id="96" name="Google Shape;96;p16"/>
          <p:cNvPicPr preferRelativeResize="0"/>
          <p:nvPr/>
        </p:nvPicPr>
        <p:blipFill rotWithShape="1">
          <a:blip r:embed="rId3">
            <a:alphaModFix amt="10000"/>
          </a:blip>
          <a:srcRect b="19825" l="1070" r="80231" t="14705"/>
          <a:stretch/>
        </p:blipFill>
        <p:spPr>
          <a:xfrm>
            <a:off x="2310500" y="1743975"/>
            <a:ext cx="1623600" cy="3039900"/>
          </a:xfrm>
          <a:prstGeom prst="roundRect">
            <a:avLst>
              <a:gd fmla="val 9898" name="adj"/>
            </a:avLst>
          </a:prstGeom>
          <a:noFill/>
          <a:ln>
            <a:noFill/>
          </a:ln>
        </p:spPr>
      </p:pic>
      <p:pic>
        <p:nvPicPr>
          <p:cNvPr id="97" name="Google Shape;97;p16"/>
          <p:cNvPicPr preferRelativeResize="0"/>
          <p:nvPr/>
        </p:nvPicPr>
        <p:blipFill rotWithShape="1">
          <a:blip r:embed="rId3">
            <a:alphaModFix amt="10000"/>
          </a:blip>
          <a:srcRect b="19825" l="1070" r="80231" t="14705"/>
          <a:stretch/>
        </p:blipFill>
        <p:spPr>
          <a:xfrm>
            <a:off x="5928125" y="1743975"/>
            <a:ext cx="1623600" cy="3039900"/>
          </a:xfrm>
          <a:prstGeom prst="roundRect">
            <a:avLst>
              <a:gd fmla="val 9898" name="adj"/>
            </a:avLst>
          </a:prstGeom>
          <a:noFill/>
          <a:ln>
            <a:noFill/>
          </a:ln>
        </p:spPr>
      </p:pic>
      <p:sp>
        <p:nvSpPr>
          <p:cNvPr id="98" name="Google Shape;98;p16"/>
          <p:cNvSpPr/>
          <p:nvPr/>
        </p:nvSpPr>
        <p:spPr>
          <a:xfrm>
            <a:off x="774736" y="1919375"/>
            <a:ext cx="514500" cy="514500"/>
          </a:xfrm>
          <a:prstGeom prst="ellipse">
            <a:avLst/>
          </a:prstGeom>
          <a:noFill/>
          <a:ln cap="flat" cmpd="sng" w="9525">
            <a:solidFill>
              <a:schemeClr val="l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Arimo"/>
              <a:ea typeface="Arimo"/>
              <a:cs typeface="Arimo"/>
              <a:sym typeface="Arimo"/>
            </a:endParaRPr>
          </a:p>
        </p:txBody>
      </p:sp>
      <p:sp>
        <p:nvSpPr>
          <p:cNvPr id="99" name="Google Shape;99;p16"/>
          <p:cNvSpPr/>
          <p:nvPr/>
        </p:nvSpPr>
        <p:spPr>
          <a:xfrm>
            <a:off x="819595" y="1964234"/>
            <a:ext cx="424800" cy="424800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rPr>
              <a:t>1</a:t>
            </a:r>
            <a:endParaRPr sz="1800">
              <a:solidFill>
                <a:schemeClr val="dk1"/>
              </a:solidFill>
              <a:latin typeface="Arimo"/>
              <a:ea typeface="Arimo"/>
              <a:cs typeface="Arimo"/>
              <a:sym typeface="Arimo"/>
            </a:endParaRPr>
          </a:p>
        </p:txBody>
      </p:sp>
      <p:grpSp>
        <p:nvGrpSpPr>
          <p:cNvPr id="100" name="Google Shape;100;p16"/>
          <p:cNvGrpSpPr/>
          <p:nvPr/>
        </p:nvGrpSpPr>
        <p:grpSpPr>
          <a:xfrm>
            <a:off x="4264775" y="1919375"/>
            <a:ext cx="514500" cy="514500"/>
            <a:chOff x="3936800" y="1919375"/>
            <a:chExt cx="514500" cy="514500"/>
          </a:xfrm>
        </p:grpSpPr>
        <p:sp>
          <p:nvSpPr>
            <p:cNvPr id="101" name="Google Shape;101;p16"/>
            <p:cNvSpPr/>
            <p:nvPr/>
          </p:nvSpPr>
          <p:spPr>
            <a:xfrm>
              <a:off x="3936800" y="1919375"/>
              <a:ext cx="514500" cy="514500"/>
            </a:xfrm>
            <a:prstGeom prst="ellipse">
              <a:avLst/>
            </a:prstGeom>
            <a:noFill/>
            <a:ln cap="flat" cmpd="sng" w="9525">
              <a:solidFill>
                <a:schemeClr val="lt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endParaRPr>
            </a:p>
          </p:txBody>
        </p:sp>
        <p:sp>
          <p:nvSpPr>
            <p:cNvPr id="102" name="Google Shape;102;p16"/>
            <p:cNvSpPr/>
            <p:nvPr/>
          </p:nvSpPr>
          <p:spPr>
            <a:xfrm>
              <a:off x="3981659" y="1964234"/>
              <a:ext cx="424800" cy="4248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800">
                  <a:solidFill>
                    <a:schemeClr val="dk1"/>
                  </a:solidFill>
                  <a:latin typeface="Arimo"/>
                  <a:ea typeface="Arimo"/>
                  <a:cs typeface="Arimo"/>
                  <a:sym typeface="Arimo"/>
                </a:rPr>
                <a:t>3</a:t>
              </a:r>
              <a:endParaRPr sz="18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endParaRPr>
            </a:p>
          </p:txBody>
        </p:sp>
      </p:grpSp>
      <p:grpSp>
        <p:nvGrpSpPr>
          <p:cNvPr id="103" name="Google Shape;103;p16"/>
          <p:cNvGrpSpPr/>
          <p:nvPr/>
        </p:nvGrpSpPr>
        <p:grpSpPr>
          <a:xfrm>
            <a:off x="2493750" y="1919375"/>
            <a:ext cx="514500" cy="514500"/>
            <a:chOff x="5677450" y="1919375"/>
            <a:chExt cx="514500" cy="514500"/>
          </a:xfrm>
        </p:grpSpPr>
        <p:sp>
          <p:nvSpPr>
            <p:cNvPr id="104" name="Google Shape;104;p16"/>
            <p:cNvSpPr/>
            <p:nvPr/>
          </p:nvSpPr>
          <p:spPr>
            <a:xfrm>
              <a:off x="5677450" y="1919375"/>
              <a:ext cx="514500" cy="514500"/>
            </a:xfrm>
            <a:prstGeom prst="ellipse">
              <a:avLst/>
            </a:prstGeom>
            <a:noFill/>
            <a:ln cap="flat" cmpd="sng" w="9525">
              <a:solidFill>
                <a:schemeClr val="lt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endParaRPr>
            </a:p>
          </p:txBody>
        </p:sp>
        <p:sp>
          <p:nvSpPr>
            <p:cNvPr id="105" name="Google Shape;105;p16"/>
            <p:cNvSpPr/>
            <p:nvPr/>
          </p:nvSpPr>
          <p:spPr>
            <a:xfrm>
              <a:off x="5722309" y="1964234"/>
              <a:ext cx="424800" cy="4248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800">
                  <a:solidFill>
                    <a:schemeClr val="dk1"/>
                  </a:solidFill>
                  <a:latin typeface="Arimo"/>
                  <a:ea typeface="Arimo"/>
                  <a:cs typeface="Arimo"/>
                  <a:sym typeface="Arimo"/>
                </a:rPr>
                <a:t>2</a:t>
              </a:r>
              <a:endParaRPr sz="18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endParaRPr>
            </a:p>
          </p:txBody>
        </p:sp>
      </p:grpSp>
      <p:grpSp>
        <p:nvGrpSpPr>
          <p:cNvPr id="106" name="Google Shape;106;p16"/>
          <p:cNvGrpSpPr/>
          <p:nvPr/>
        </p:nvGrpSpPr>
        <p:grpSpPr>
          <a:xfrm>
            <a:off x="6114225" y="1919375"/>
            <a:ext cx="514500" cy="514500"/>
            <a:chOff x="7418100" y="1919375"/>
            <a:chExt cx="514500" cy="514500"/>
          </a:xfrm>
        </p:grpSpPr>
        <p:sp>
          <p:nvSpPr>
            <p:cNvPr id="107" name="Google Shape;107;p16"/>
            <p:cNvSpPr/>
            <p:nvPr/>
          </p:nvSpPr>
          <p:spPr>
            <a:xfrm>
              <a:off x="7418100" y="1919375"/>
              <a:ext cx="514500" cy="514500"/>
            </a:xfrm>
            <a:prstGeom prst="ellipse">
              <a:avLst/>
            </a:prstGeom>
            <a:noFill/>
            <a:ln cap="flat" cmpd="sng" w="9525">
              <a:solidFill>
                <a:schemeClr val="lt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endParaRPr>
            </a:p>
          </p:txBody>
        </p:sp>
        <p:sp>
          <p:nvSpPr>
            <p:cNvPr id="108" name="Google Shape;108;p16"/>
            <p:cNvSpPr/>
            <p:nvPr/>
          </p:nvSpPr>
          <p:spPr>
            <a:xfrm>
              <a:off x="7462959" y="1964234"/>
              <a:ext cx="424800" cy="4248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800">
                  <a:solidFill>
                    <a:schemeClr val="dk1"/>
                  </a:solidFill>
                  <a:latin typeface="Arimo"/>
                  <a:ea typeface="Arimo"/>
                  <a:cs typeface="Arimo"/>
                  <a:sym typeface="Arimo"/>
                </a:rPr>
                <a:t>4</a:t>
              </a:r>
              <a:endParaRPr sz="18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endParaRPr>
            </a:p>
          </p:txBody>
        </p:sp>
      </p:grpSp>
      <p:sp>
        <p:nvSpPr>
          <p:cNvPr id="109" name="Google Shape;109;p16"/>
          <p:cNvSpPr txBox="1"/>
          <p:nvPr>
            <p:ph type="title"/>
          </p:nvPr>
        </p:nvSpPr>
        <p:spPr>
          <a:xfrm>
            <a:off x="277500" y="416250"/>
            <a:ext cx="8589000" cy="885000"/>
          </a:xfrm>
          <a:prstGeom prst="rect">
            <a:avLst/>
          </a:prstGeom>
        </p:spPr>
        <p:txBody>
          <a:bodyPr anchorCtr="0" anchor="ctr" bIns="0" lIns="0" spcFirstLastPara="1" rIns="0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500"/>
              <a:t>Benefits of</a:t>
            </a:r>
            <a:r>
              <a:rPr lang="en" sz="2500"/>
              <a:t> a broker-based ILL system</a:t>
            </a:r>
            <a:endParaRPr sz="25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0" name="Google Shape;110;p16"/>
          <p:cNvSpPr txBox="1"/>
          <p:nvPr>
            <p:ph idx="1" type="subTitle"/>
          </p:nvPr>
        </p:nvSpPr>
        <p:spPr>
          <a:xfrm>
            <a:off x="749286" y="2680343"/>
            <a:ext cx="1337400" cy="390900"/>
          </a:xfrm>
          <a:prstGeom prst="rect">
            <a:avLst/>
          </a:prstGeom>
        </p:spPr>
        <p:txBody>
          <a:bodyPr anchorCtr="0" anchor="b" bIns="0" lIns="91425" spcFirstLastPara="1" rIns="91425" wrap="square" tIns="0">
            <a:noAutofit/>
          </a:bodyPr>
          <a:lstStyle/>
          <a:p>
            <a:pPr indent="0" lvl="0" marL="0" rtl="0" algn="l">
              <a:lnSpc>
                <a:spcPct val="70000"/>
              </a:lnSpc>
              <a:spcBef>
                <a:spcPts val="800"/>
              </a:spcBef>
              <a:spcAft>
                <a:spcPts val="0"/>
              </a:spcAft>
              <a:buSzPts val="605"/>
              <a:buNone/>
            </a:pPr>
            <a:r>
              <a:rPr lang="en" sz="1700"/>
              <a:t>Turnkey &amp; standards- based</a:t>
            </a:r>
            <a:endParaRPr sz="1700"/>
          </a:p>
        </p:txBody>
      </p:sp>
      <p:sp>
        <p:nvSpPr>
          <p:cNvPr id="111" name="Google Shape;111;p16"/>
          <p:cNvSpPr txBox="1"/>
          <p:nvPr>
            <p:ph idx="3" type="subTitle"/>
          </p:nvPr>
        </p:nvSpPr>
        <p:spPr>
          <a:xfrm>
            <a:off x="4212775" y="2389033"/>
            <a:ext cx="1337400" cy="823500"/>
          </a:xfrm>
          <a:prstGeom prst="rect">
            <a:avLst/>
          </a:prstGeom>
        </p:spPr>
        <p:txBody>
          <a:bodyPr anchorCtr="0" anchor="b" bIns="0" lIns="91425" spcFirstLastPara="1" rIns="91425" wrap="square" tIns="0">
            <a:noAutofit/>
          </a:bodyPr>
          <a:lstStyle/>
          <a:p>
            <a:pPr indent="0" lvl="0" marL="0" rtl="0" algn="l">
              <a:spcBef>
                <a:spcPts val="800"/>
              </a:spcBef>
              <a:spcAft>
                <a:spcPts val="0"/>
              </a:spcAft>
              <a:buNone/>
            </a:pPr>
            <a:r>
              <a:rPr lang="en" sz="1700"/>
              <a:t>Flexible Directory service</a:t>
            </a:r>
            <a:endParaRPr sz="1700"/>
          </a:p>
        </p:txBody>
      </p:sp>
      <p:sp>
        <p:nvSpPr>
          <p:cNvPr id="112" name="Google Shape;112;p16"/>
          <p:cNvSpPr txBox="1"/>
          <p:nvPr>
            <p:ph idx="4" type="subTitle"/>
          </p:nvPr>
        </p:nvSpPr>
        <p:spPr>
          <a:xfrm>
            <a:off x="2489684" y="2547480"/>
            <a:ext cx="1337400" cy="390900"/>
          </a:xfrm>
          <a:prstGeom prst="rect">
            <a:avLst/>
          </a:prstGeom>
        </p:spPr>
        <p:txBody>
          <a:bodyPr anchorCtr="0" anchor="b" bIns="0" lIns="91425" spcFirstLastPara="1" rIns="91425" wrap="square" tIns="0">
            <a:noAutofit/>
          </a:bodyPr>
          <a:lstStyle/>
          <a:p>
            <a:pPr indent="0" lvl="0" marL="0" rtl="0" algn="l">
              <a:spcBef>
                <a:spcPts val="800"/>
              </a:spcBef>
              <a:spcAft>
                <a:spcPts val="0"/>
              </a:spcAft>
              <a:buNone/>
            </a:pPr>
            <a:r>
              <a:rPr lang="en" sz="1700"/>
              <a:t>Pluggable discovery</a:t>
            </a:r>
            <a:endParaRPr sz="1700"/>
          </a:p>
        </p:txBody>
      </p:sp>
      <p:sp>
        <p:nvSpPr>
          <p:cNvPr id="113" name="Google Shape;113;p16"/>
          <p:cNvSpPr txBox="1"/>
          <p:nvPr>
            <p:ph idx="5" type="subTitle"/>
          </p:nvPr>
        </p:nvSpPr>
        <p:spPr>
          <a:xfrm>
            <a:off x="6081430" y="2547468"/>
            <a:ext cx="1337400" cy="390900"/>
          </a:xfrm>
          <a:prstGeom prst="rect">
            <a:avLst/>
          </a:prstGeom>
        </p:spPr>
        <p:txBody>
          <a:bodyPr anchorCtr="0" anchor="b" bIns="0" lIns="91425" spcFirstLastPara="1" rIns="91425" wrap="square" tIns="0">
            <a:normAutofit/>
          </a:bodyPr>
          <a:lstStyle/>
          <a:p>
            <a:pPr indent="0" lvl="0" marL="0" rtl="0" algn="l">
              <a:lnSpc>
                <a:spcPct val="70000"/>
              </a:lnSpc>
              <a:spcBef>
                <a:spcPts val="800"/>
              </a:spcBef>
              <a:spcAft>
                <a:spcPts val="0"/>
              </a:spcAft>
              <a:buSzPts val="935"/>
              <a:buNone/>
            </a:pPr>
            <a:r>
              <a:rPr lang="en" sz="1700"/>
              <a:t>Externally configured</a:t>
            </a:r>
            <a:endParaRPr sz="1700"/>
          </a:p>
        </p:txBody>
      </p:sp>
      <p:sp>
        <p:nvSpPr>
          <p:cNvPr id="114" name="Google Shape;114;p16"/>
          <p:cNvSpPr txBox="1"/>
          <p:nvPr>
            <p:ph idx="6" type="body"/>
          </p:nvPr>
        </p:nvSpPr>
        <p:spPr>
          <a:xfrm>
            <a:off x="749286" y="3161504"/>
            <a:ext cx="1337400" cy="1658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800"/>
              </a:spcBef>
              <a:spcAft>
                <a:spcPts val="0"/>
              </a:spcAft>
              <a:buNone/>
            </a:pPr>
            <a:r>
              <a:rPr lang="en" sz="1000"/>
              <a:t>The broker is built on open protocols such as ISO18626 and NCIP, enabling plug-and-play integration with existing ILS and third-party ILL systems.</a:t>
            </a:r>
            <a:endParaRPr sz="1000"/>
          </a:p>
          <a:p>
            <a:pPr indent="0" lvl="0" marL="0" rtl="0" algn="l">
              <a:spcBef>
                <a:spcPts val="80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5" name="Google Shape;115;p16"/>
          <p:cNvSpPr txBox="1"/>
          <p:nvPr>
            <p:ph idx="8" type="body"/>
          </p:nvPr>
        </p:nvSpPr>
        <p:spPr>
          <a:xfrm>
            <a:off x="4231275" y="3161504"/>
            <a:ext cx="1337400" cy="1520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800"/>
              </a:spcBef>
              <a:spcAft>
                <a:spcPts val="0"/>
              </a:spcAft>
              <a:buNone/>
            </a:pPr>
            <a:r>
              <a:rPr lang="en" sz="1000"/>
              <a:t>Information </a:t>
            </a:r>
            <a:r>
              <a:rPr lang="en" sz="1000"/>
              <a:t>about</a:t>
            </a:r>
            <a:r>
              <a:rPr lang="en" sz="1000"/>
              <a:t> peers (requesters and suppliers) are resolved through their ISIL codes, using a JSON/REST Directory API.</a:t>
            </a:r>
            <a:endParaRPr sz="1000"/>
          </a:p>
          <a:p>
            <a:pPr indent="0" lvl="0" marL="0" rtl="0" algn="l">
              <a:spcBef>
                <a:spcPts val="80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6" name="Google Shape;116;p16"/>
          <p:cNvSpPr txBox="1"/>
          <p:nvPr>
            <p:ph idx="9" type="body"/>
          </p:nvPr>
        </p:nvSpPr>
        <p:spPr>
          <a:xfrm>
            <a:off x="2481025" y="2887725"/>
            <a:ext cx="1337400" cy="2212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800"/>
              </a:spcBef>
              <a:spcAft>
                <a:spcPts val="0"/>
              </a:spcAft>
              <a:buNone/>
            </a:pPr>
            <a:r>
              <a:rPr lang="en" sz="1000"/>
              <a:t>The discovery mechanism is interchangeable, catalogs can be connected directly via SRU, through adapters like Index Data’s Metaproxy, or OAI-PMH-enabled index such as the Index Data Reservoir.</a:t>
            </a:r>
            <a:endParaRPr sz="1000"/>
          </a:p>
          <a:p>
            <a:pPr indent="0" lvl="0" marL="0" rtl="0" algn="l">
              <a:spcBef>
                <a:spcPts val="80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7" name="Google Shape;117;p16"/>
          <p:cNvSpPr txBox="1"/>
          <p:nvPr>
            <p:ph idx="13" type="body"/>
          </p:nvPr>
        </p:nvSpPr>
        <p:spPr>
          <a:xfrm>
            <a:off x="6081416" y="3161504"/>
            <a:ext cx="1337400" cy="1381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Arial"/>
              <a:buNone/>
            </a:pPr>
            <a:r>
              <a:rPr lang="en" sz="1000"/>
              <a:t>The </a:t>
            </a:r>
            <a:r>
              <a:rPr lang="en" sz="1000"/>
              <a:t>behavior of the system is fully driven by </a:t>
            </a:r>
            <a:r>
              <a:rPr lang="en" sz="1000"/>
              <a:t>external configuration and policies, making the system adaptable to evolving workflows</a:t>
            </a:r>
            <a:endParaRPr sz="1000"/>
          </a:p>
          <a:p>
            <a:pPr indent="0" lvl="0" marL="0" rtl="0" algn="l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Arial"/>
              <a:buNone/>
            </a:pPr>
            <a:r>
              <a:t/>
            </a:r>
            <a:endParaRPr/>
          </a:p>
        </p:txBody>
      </p:sp>
      <p:sp>
        <p:nvSpPr>
          <p:cNvPr id="118" name="Google Shape;118;p16"/>
          <p:cNvSpPr txBox="1"/>
          <p:nvPr>
            <p:ph idx="14" type="subTitle"/>
          </p:nvPr>
        </p:nvSpPr>
        <p:spPr>
          <a:xfrm>
            <a:off x="277500" y="278858"/>
            <a:ext cx="1630200" cy="137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rtl="0" algn="l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100"/>
              <a:buNone/>
            </a:pPr>
            <a:r>
              <a:rPr lang="en"/>
              <a:t>Company Name</a:t>
            </a:r>
            <a:endParaRPr/>
          </a:p>
        </p:txBody>
      </p:sp>
      <p:sp>
        <p:nvSpPr>
          <p:cNvPr id="119" name="Google Shape;119;p16"/>
          <p:cNvSpPr txBox="1"/>
          <p:nvPr>
            <p:ph idx="12" type="sldNum"/>
          </p:nvPr>
        </p:nvSpPr>
        <p:spPr>
          <a:xfrm>
            <a:off x="8344623" y="4845875"/>
            <a:ext cx="657900" cy="192000"/>
          </a:xfrm>
          <a:prstGeom prst="rect">
            <a:avLst/>
          </a:prstGeom>
        </p:spPr>
        <p:txBody>
          <a:bodyPr anchorCtr="0" anchor="ctr" bIns="91425" lIns="91425" spcFirstLastPara="1" rIns="0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00"/>
              <a:buFont typeface="Arimo"/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3" name="Shape 1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" name="Google Shape;124;p17"/>
          <p:cNvSpPr txBox="1"/>
          <p:nvPr>
            <p:ph type="title"/>
          </p:nvPr>
        </p:nvSpPr>
        <p:spPr>
          <a:xfrm>
            <a:off x="277500" y="416250"/>
            <a:ext cx="8589000" cy="885000"/>
          </a:xfrm>
          <a:prstGeom prst="rect">
            <a:avLst/>
          </a:prstGeom>
        </p:spPr>
        <p:txBody>
          <a:bodyPr anchorCtr="0" anchor="ctr" bIns="0" lIns="0" spcFirstLastPara="1" rIns="0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500"/>
              <a:t>Systems architecture</a:t>
            </a:r>
            <a:endParaRPr sz="2500"/>
          </a:p>
        </p:txBody>
      </p:sp>
      <p:pic>
        <p:nvPicPr>
          <p:cNvPr id="125" name="Google Shape;125;p17" title="crosslink-arch-v2-broker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183200" y="277500"/>
            <a:ext cx="5650125" cy="476147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9" name="Shape 1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" name="Google Shape;130;p18"/>
          <p:cNvSpPr txBox="1"/>
          <p:nvPr>
            <p:ph type="title"/>
          </p:nvPr>
        </p:nvSpPr>
        <p:spPr>
          <a:xfrm>
            <a:off x="277500" y="104300"/>
            <a:ext cx="8589000" cy="885000"/>
          </a:xfrm>
          <a:prstGeom prst="rect">
            <a:avLst/>
          </a:prstGeom>
        </p:spPr>
        <p:txBody>
          <a:bodyPr anchorCtr="0" anchor="ctr" bIns="0" lIns="0" spcFirstLastPara="1" rIns="0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ISO18626 and broker-based ILL</a:t>
            </a:r>
            <a:endParaRPr/>
          </a:p>
        </p:txBody>
      </p:sp>
      <p:sp>
        <p:nvSpPr>
          <p:cNvPr id="131" name="Google Shape;131;p18"/>
          <p:cNvSpPr txBox="1"/>
          <p:nvPr/>
        </p:nvSpPr>
        <p:spPr>
          <a:xfrm>
            <a:off x="312025" y="838950"/>
            <a:ext cx="7948800" cy="4134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lt1"/>
                </a:solidFill>
              </a:rPr>
              <a:t>While ISO18626 is designed for peer-to-peer exchange of standardized messages (requests, shipments, returns, etc.), the broker extends its scope:</a:t>
            </a:r>
            <a:br>
              <a:rPr lang="en">
                <a:solidFill>
                  <a:schemeClr val="lt1"/>
                </a:solidFill>
              </a:rPr>
            </a:br>
            <a:endParaRPr>
              <a:solidFill>
                <a:schemeClr val="lt1"/>
              </a:solidFill>
            </a:endParaRPr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</a:pPr>
            <a:r>
              <a:rPr b="1" lang="en">
                <a:solidFill>
                  <a:schemeClr val="lt1"/>
                </a:solidFill>
              </a:rPr>
              <a:t>Locating holdings and suppliers</a:t>
            </a:r>
            <a:r>
              <a:rPr lang="en">
                <a:solidFill>
                  <a:schemeClr val="lt1"/>
                </a:solidFill>
              </a:rPr>
              <a:t> the broker performs these tasks during the initial borrowing request. Filtering and ordering suppliers relies on policies communicated via the Directory.</a:t>
            </a:r>
            <a:br>
              <a:rPr lang="en">
                <a:solidFill>
                  <a:schemeClr val="lt1"/>
                </a:solidFill>
              </a:rPr>
            </a:br>
            <a:endParaRPr>
              <a:solidFill>
                <a:schemeClr val="lt1"/>
              </a:solidFill>
            </a:endParaRPr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</a:pPr>
            <a:r>
              <a:rPr b="1" lang="en">
                <a:solidFill>
                  <a:schemeClr val="lt1"/>
                </a:solidFill>
              </a:rPr>
              <a:t>Message routing</a:t>
            </a:r>
            <a:r>
              <a:rPr lang="en">
                <a:solidFill>
                  <a:schemeClr val="lt1"/>
                </a:solidFill>
              </a:rPr>
              <a:t> requesters and suppliers address messages to </a:t>
            </a:r>
            <a:r>
              <a:rPr b="1" lang="en">
                <a:solidFill>
                  <a:schemeClr val="lt1"/>
                </a:solidFill>
              </a:rPr>
              <a:t>to the broker </a:t>
            </a:r>
            <a:r>
              <a:rPr lang="en">
                <a:solidFill>
                  <a:schemeClr val="lt1"/>
                </a:solidFill>
              </a:rPr>
              <a:t>rather than directly to their peers</a:t>
            </a:r>
            <a:endParaRPr>
              <a:solidFill>
                <a:schemeClr val="lt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b="1" lang="en">
                <a:solidFill>
                  <a:schemeClr val="lt1"/>
                </a:solidFill>
              </a:rPr>
              <a:t>Opaque vs. transparent mode</a:t>
            </a:r>
            <a:r>
              <a:rPr lang="en">
                <a:solidFill>
                  <a:schemeClr val="lt1"/>
                </a:solidFill>
              </a:rPr>
              <a:t>:</a:t>
            </a:r>
            <a:endParaRPr>
              <a:solidFill>
                <a:schemeClr val="lt1"/>
              </a:solidFill>
            </a:endParaRPr>
          </a:p>
          <a:p>
            <a:pPr indent="-31750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</a:pPr>
            <a:r>
              <a:rPr i="1" lang="en">
                <a:solidFill>
                  <a:schemeClr val="lt1"/>
                </a:solidFill>
              </a:rPr>
              <a:t>Opaque mode</a:t>
            </a:r>
            <a:r>
              <a:rPr lang="en">
                <a:solidFill>
                  <a:schemeClr val="lt1"/>
                </a:solidFill>
              </a:rPr>
              <a:t> (e.g., Alma, regular p2p clients): requester remains unaware of the actual supplier.</a:t>
            </a:r>
            <a:br>
              <a:rPr lang="en">
                <a:solidFill>
                  <a:schemeClr val="lt1"/>
                </a:solidFill>
              </a:rPr>
            </a:br>
            <a:endParaRPr>
              <a:solidFill>
                <a:schemeClr val="lt1"/>
              </a:solidFill>
            </a:endParaRPr>
          </a:p>
          <a:p>
            <a:pPr indent="-3175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</a:pPr>
            <a:r>
              <a:rPr i="1" lang="en">
                <a:solidFill>
                  <a:schemeClr val="lt1"/>
                </a:solidFill>
              </a:rPr>
              <a:t>Transparent mode</a:t>
            </a:r>
            <a:r>
              <a:rPr lang="en">
                <a:solidFill>
                  <a:schemeClr val="lt1"/>
                </a:solidFill>
              </a:rPr>
              <a:t> (e.g., ReShare): supplier identities are revealed, enabling supplier tracking, “local supply” detection, messaging with skipped suppliers, granular cancellation, and condition negotiation.</a:t>
            </a:r>
            <a:endParaRPr>
              <a:solidFill>
                <a:schemeClr val="lt1"/>
              </a:solidFill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5" name="Shape 1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" name="Google Shape;136;p19"/>
          <p:cNvSpPr txBox="1"/>
          <p:nvPr>
            <p:ph type="title"/>
          </p:nvPr>
        </p:nvSpPr>
        <p:spPr>
          <a:xfrm>
            <a:off x="277500" y="184275"/>
            <a:ext cx="8589000" cy="885000"/>
          </a:xfrm>
          <a:prstGeom prst="rect">
            <a:avLst/>
          </a:prstGeom>
        </p:spPr>
        <p:txBody>
          <a:bodyPr anchorCtr="0" anchor="ctr" bIns="0" lIns="0" spcFirstLastPara="1" rIns="0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ISO18626 and broker-based ILL</a:t>
            </a:r>
            <a:endParaRPr/>
          </a:p>
        </p:txBody>
      </p:sp>
      <p:sp>
        <p:nvSpPr>
          <p:cNvPr id="137" name="Google Shape;137;p19"/>
          <p:cNvSpPr txBox="1"/>
          <p:nvPr/>
        </p:nvSpPr>
        <p:spPr>
          <a:xfrm>
            <a:off x="548275" y="1103700"/>
            <a:ext cx="7754100" cy="3848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lt1"/>
                </a:solidFill>
              </a:rPr>
              <a:t>In certain scenarios, CrossLink Broker employs ISO18626 in innovative ways:</a:t>
            </a:r>
            <a:br>
              <a:rPr lang="en">
                <a:solidFill>
                  <a:schemeClr val="lt1"/>
                </a:solidFill>
              </a:rPr>
            </a:br>
            <a:endParaRPr>
              <a:solidFill>
                <a:schemeClr val="lt1"/>
              </a:solidFill>
            </a:endParaRPr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</a:pPr>
            <a:r>
              <a:rPr b="1" lang="en">
                <a:solidFill>
                  <a:schemeClr val="lt1"/>
                </a:solidFill>
              </a:rPr>
              <a:t>Supplier identification</a:t>
            </a:r>
            <a:r>
              <a:rPr lang="en">
                <a:solidFill>
                  <a:schemeClr val="lt1"/>
                </a:solidFill>
              </a:rPr>
              <a:t>: The broker can notify requesters of supplier selection changes via </a:t>
            </a:r>
            <a:r>
              <a:rPr b="1" lang="en">
                <a:solidFill>
                  <a:schemeClr val="lt1"/>
                </a:solidFill>
                <a:latin typeface="Courier New"/>
                <a:ea typeface="Courier New"/>
                <a:cs typeface="Courier New"/>
                <a:sym typeface="Courier New"/>
              </a:rPr>
              <a:t>ExpectToSupply</a:t>
            </a:r>
            <a:r>
              <a:rPr lang="en">
                <a:solidFill>
                  <a:schemeClr val="lt1"/>
                </a:solidFill>
              </a:rPr>
              <a:t> messages. In “local supply” cases, requests never leave the broker.</a:t>
            </a:r>
            <a:br>
              <a:rPr lang="en">
                <a:solidFill>
                  <a:schemeClr val="lt1"/>
                </a:solidFill>
              </a:rPr>
            </a:br>
            <a:endParaRPr>
              <a:solidFill>
                <a:schemeClr val="lt1"/>
              </a:solidFill>
            </a:endParaRPr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</a:pPr>
            <a:r>
              <a:rPr b="1" lang="en">
                <a:solidFill>
                  <a:schemeClr val="lt1"/>
                </a:solidFill>
              </a:rPr>
              <a:t>Embedding of metadata</a:t>
            </a:r>
            <a:r>
              <a:rPr lang="en">
                <a:solidFill>
                  <a:schemeClr val="lt1"/>
                </a:solidFill>
              </a:rPr>
              <a:t>: Requester and supplier details (e.g. addresses) are inserted into forwarded messages, </a:t>
            </a:r>
            <a:r>
              <a:rPr lang="en">
                <a:solidFill>
                  <a:schemeClr val="lt1"/>
                </a:solidFill>
              </a:rPr>
              <a:t>removing the need for synchronizing Directory data across all peers</a:t>
            </a:r>
            <a:r>
              <a:rPr lang="en">
                <a:solidFill>
                  <a:schemeClr val="lt1"/>
                </a:solidFill>
              </a:rPr>
              <a:t>.</a:t>
            </a:r>
            <a:endParaRPr>
              <a:solidFill>
                <a:schemeClr val="lt1"/>
              </a:solidFill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</a:endParaRPr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</a:pPr>
            <a:r>
              <a:rPr b="1" lang="en">
                <a:solidFill>
                  <a:schemeClr val="lt1"/>
                </a:solidFill>
              </a:rPr>
              <a:t>Flexible cancellations</a:t>
            </a:r>
            <a:r>
              <a:rPr lang="en">
                <a:solidFill>
                  <a:schemeClr val="lt1"/>
                </a:solidFill>
              </a:rPr>
              <a:t> Supports both full termination and cancellation with continuation to the next supplier in transparent mode.</a:t>
            </a:r>
            <a:r>
              <a:rPr lang="en">
                <a:solidFill>
                  <a:schemeClr val="lt1"/>
                </a:solidFill>
              </a:rPr>
              <a:t> Rejecting conditions is a special form of cancellation with continuation.</a:t>
            </a:r>
            <a:br>
              <a:rPr lang="en">
                <a:solidFill>
                  <a:schemeClr val="lt1"/>
                </a:solidFill>
              </a:rPr>
            </a:br>
            <a:endParaRPr>
              <a:solidFill>
                <a:schemeClr val="lt1"/>
              </a:solidFill>
            </a:endParaRPr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</a:pPr>
            <a:r>
              <a:rPr b="1" lang="en">
                <a:solidFill>
                  <a:schemeClr val="lt1"/>
                </a:solidFill>
              </a:rPr>
              <a:t>Condition negotiation</a:t>
            </a:r>
            <a:r>
              <a:rPr lang="en">
                <a:solidFill>
                  <a:schemeClr val="lt1"/>
                </a:solidFill>
              </a:rPr>
              <a:t> Loan conditions and cost is negotiated via </a:t>
            </a:r>
            <a:r>
              <a:rPr b="1" lang="en">
                <a:solidFill>
                  <a:schemeClr val="lt1"/>
                </a:solidFill>
                <a:latin typeface="Courier New"/>
                <a:ea typeface="Courier New"/>
                <a:cs typeface="Courier New"/>
                <a:sym typeface="Courier New"/>
              </a:rPr>
              <a:t>Notification</a:t>
            </a:r>
            <a:r>
              <a:rPr lang="en">
                <a:solidFill>
                  <a:schemeClr val="lt1"/>
                </a:solidFill>
              </a:rPr>
              <a:t>, aka general messaging. </a:t>
            </a:r>
            <a:r>
              <a:rPr lang="en">
                <a:solidFill>
                  <a:schemeClr val="lt1"/>
                </a:solidFill>
              </a:rPr>
              <a:t>Non-standard negotiation (e.g., in ReShare) is translated for compatibility with Alma/Rapido via broker-provided conversion mechanisms</a:t>
            </a:r>
            <a:endParaRPr>
              <a:solidFill>
                <a:schemeClr val="lt1"/>
              </a:solidFill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1" name="Shape 1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" name="Google Shape;142;p20"/>
          <p:cNvSpPr txBox="1"/>
          <p:nvPr>
            <p:ph type="title"/>
          </p:nvPr>
        </p:nvSpPr>
        <p:spPr>
          <a:xfrm>
            <a:off x="277500" y="224275"/>
            <a:ext cx="8589000" cy="885000"/>
          </a:xfrm>
          <a:prstGeom prst="rect">
            <a:avLst/>
          </a:prstGeom>
        </p:spPr>
        <p:txBody>
          <a:bodyPr anchorCtr="0" anchor="ctr" bIns="0" lIns="0" spcFirstLastPara="1" rIns="0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CrossLink Broker design goals </a:t>
            </a:r>
            <a:endParaRPr/>
          </a:p>
        </p:txBody>
      </p:sp>
      <p:sp>
        <p:nvSpPr>
          <p:cNvPr id="143" name="Google Shape;143;p20"/>
          <p:cNvSpPr txBox="1"/>
          <p:nvPr/>
        </p:nvSpPr>
        <p:spPr>
          <a:xfrm>
            <a:off x="564275" y="1151700"/>
            <a:ext cx="7754100" cy="3417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lt1"/>
                </a:solidFill>
              </a:rPr>
              <a:t>Our objective was to build a service with low-cost hosting on cloud environments: </a:t>
            </a:r>
            <a:endParaRPr>
              <a:solidFill>
                <a:schemeClr val="lt1"/>
              </a:solidFill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</a:endParaRPr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</a:pPr>
            <a:r>
              <a:rPr b="1" lang="en">
                <a:solidFill>
                  <a:schemeClr val="lt1"/>
                </a:solidFill>
              </a:rPr>
              <a:t>Lightweight deployment</a:t>
            </a:r>
            <a:r>
              <a:rPr lang="en">
                <a:solidFill>
                  <a:schemeClr val="lt1"/>
                </a:solidFill>
              </a:rPr>
              <a:t>: Written in Go, using minimal dependencies and no external frameworks. Produces compact (~50MB) container images with instant startup and low resource overhead.</a:t>
            </a:r>
            <a:br>
              <a:rPr lang="en">
                <a:solidFill>
                  <a:schemeClr val="lt1"/>
                </a:solidFill>
              </a:rPr>
            </a:br>
            <a:endParaRPr>
              <a:solidFill>
                <a:schemeClr val="lt1"/>
              </a:solidFill>
            </a:endParaRPr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</a:pPr>
            <a:r>
              <a:rPr b="1" lang="en">
                <a:solidFill>
                  <a:schemeClr val="lt1"/>
                </a:solidFill>
              </a:rPr>
              <a:t>Protocol-first design</a:t>
            </a:r>
            <a:r>
              <a:rPr lang="en">
                <a:solidFill>
                  <a:schemeClr val="lt1"/>
                </a:solidFill>
              </a:rPr>
              <a:t>: A custom </a:t>
            </a:r>
            <a:r>
              <a:rPr b="1" lang="en">
                <a:solidFill>
                  <a:schemeClr val="lt1"/>
                </a:solidFill>
                <a:latin typeface="Courier New"/>
                <a:ea typeface="Courier New"/>
                <a:cs typeface="Courier New"/>
                <a:sym typeface="Courier New"/>
              </a:rPr>
              <a:t>xsd2go.xsl</a:t>
            </a:r>
            <a:r>
              <a:rPr lang="en">
                <a:solidFill>
                  <a:schemeClr val="lt1"/>
                </a:solidFill>
              </a:rPr>
              <a:t> XML schema mapping library generates internal </a:t>
            </a:r>
            <a:r>
              <a:rPr lang="en">
                <a:solidFill>
                  <a:schemeClr val="lt1"/>
                </a:solidFill>
              </a:rPr>
              <a:t>structures</a:t>
            </a:r>
            <a:r>
              <a:rPr lang="en">
                <a:solidFill>
                  <a:schemeClr val="lt1"/>
                </a:solidFill>
              </a:rPr>
              <a:t> for  protocol-compliant ISO18626, SRU, and NCIP handling.</a:t>
            </a:r>
            <a:br>
              <a:rPr lang="en">
                <a:solidFill>
                  <a:schemeClr val="lt1"/>
                </a:solidFill>
              </a:rPr>
            </a:br>
            <a:endParaRPr>
              <a:solidFill>
                <a:schemeClr val="lt1"/>
              </a:solidFill>
            </a:endParaRPr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</a:pPr>
            <a:r>
              <a:rPr b="1" lang="en">
                <a:solidFill>
                  <a:schemeClr val="lt1"/>
                </a:solidFill>
              </a:rPr>
              <a:t>Efficient messaging</a:t>
            </a:r>
            <a:r>
              <a:rPr lang="en">
                <a:solidFill>
                  <a:schemeClr val="lt1"/>
                </a:solidFill>
              </a:rPr>
              <a:t>: Instead of Kafka or other standalone queues, the broker uses a custom-built </a:t>
            </a:r>
            <a:r>
              <a:rPr lang="en">
                <a:solidFill>
                  <a:schemeClr val="lt1"/>
                </a:solidFill>
              </a:rPr>
              <a:t>event bus based</a:t>
            </a:r>
            <a:r>
              <a:rPr lang="en">
                <a:solidFill>
                  <a:schemeClr val="lt1"/>
                </a:solidFill>
              </a:rPr>
              <a:t> on Postgres’ </a:t>
            </a:r>
            <a:r>
              <a:rPr b="1" lang="en">
                <a:solidFill>
                  <a:schemeClr val="lt1"/>
                </a:solidFill>
                <a:latin typeface="Courier New"/>
                <a:ea typeface="Courier New"/>
                <a:cs typeface="Courier New"/>
                <a:sym typeface="Courier New"/>
              </a:rPr>
              <a:t>LISTEN/NOTIFY</a:t>
            </a:r>
            <a:r>
              <a:rPr lang="en">
                <a:solidFill>
                  <a:schemeClr val="lt1"/>
                </a:solidFill>
              </a:rPr>
              <a:t>.</a:t>
            </a:r>
            <a:br>
              <a:rPr lang="en">
                <a:solidFill>
                  <a:schemeClr val="lt1"/>
                </a:solidFill>
              </a:rPr>
            </a:br>
            <a:endParaRPr>
              <a:solidFill>
                <a:schemeClr val="lt1"/>
              </a:solidFill>
            </a:endParaRPr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</a:pPr>
            <a:r>
              <a:rPr b="1" lang="en">
                <a:solidFill>
                  <a:schemeClr val="lt1"/>
                </a:solidFill>
              </a:rPr>
              <a:t>Optimized data access</a:t>
            </a:r>
            <a:r>
              <a:rPr lang="en">
                <a:solidFill>
                  <a:schemeClr val="lt1"/>
                </a:solidFill>
              </a:rPr>
              <a:t>: With </a:t>
            </a:r>
            <a:r>
              <a:rPr b="1" lang="en">
                <a:solidFill>
                  <a:schemeClr val="lt1"/>
                </a:solidFill>
                <a:latin typeface="Courier New"/>
                <a:ea typeface="Courier New"/>
                <a:cs typeface="Courier New"/>
                <a:sym typeface="Courier New"/>
              </a:rPr>
              <a:t>sqlc</a:t>
            </a:r>
            <a:r>
              <a:rPr lang="en">
                <a:solidFill>
                  <a:schemeClr val="lt1"/>
                </a:solidFill>
              </a:rPr>
              <a:t>, database queries remain high-performing and clean, while fully leveraging PostgreSQL advanced features.</a:t>
            </a:r>
            <a:endParaRPr>
              <a:solidFill>
                <a:schemeClr val="lt1"/>
              </a:solidFill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7" name="Shape 1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" name="Google Shape;148;p21"/>
          <p:cNvSpPr txBox="1"/>
          <p:nvPr>
            <p:ph type="title"/>
          </p:nvPr>
        </p:nvSpPr>
        <p:spPr>
          <a:xfrm>
            <a:off x="277500" y="416250"/>
            <a:ext cx="8589000" cy="885000"/>
          </a:xfrm>
          <a:prstGeom prst="rect">
            <a:avLst/>
          </a:prstGeom>
        </p:spPr>
        <p:txBody>
          <a:bodyPr anchorCtr="0" anchor="ctr" bIns="0" lIns="0" spcFirstLastPara="1" rIns="0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CrossLink Broker implementation</a:t>
            </a:r>
            <a:endParaRPr/>
          </a:p>
        </p:txBody>
      </p:sp>
      <p:sp>
        <p:nvSpPr>
          <p:cNvPr id="149" name="Google Shape;149;p21"/>
          <p:cNvSpPr txBox="1"/>
          <p:nvPr/>
        </p:nvSpPr>
        <p:spPr>
          <a:xfrm>
            <a:off x="556275" y="1551650"/>
            <a:ext cx="7754100" cy="2555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</a:pPr>
            <a:r>
              <a:rPr b="1" lang="en">
                <a:solidFill>
                  <a:schemeClr val="lt1"/>
                </a:solidFill>
              </a:rPr>
              <a:t>Integration complexity</a:t>
            </a:r>
            <a:r>
              <a:rPr lang="en">
                <a:solidFill>
                  <a:schemeClr val="lt1"/>
                </a:solidFill>
              </a:rPr>
              <a:t>: External testing opportunities with real ILL systems are limited. Despite ~90% synthetic  test coverage, successful integration requires a lot of human verification effort.</a:t>
            </a:r>
            <a:br>
              <a:rPr lang="en">
                <a:solidFill>
                  <a:schemeClr val="lt1"/>
                </a:solidFill>
              </a:rPr>
            </a:br>
            <a:endParaRPr>
              <a:solidFill>
                <a:schemeClr val="lt1"/>
              </a:solidFill>
            </a:endParaRPr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</a:pPr>
            <a:r>
              <a:rPr b="1" lang="en">
                <a:solidFill>
                  <a:schemeClr val="lt1"/>
                </a:solidFill>
              </a:rPr>
              <a:t>Custom test tooling</a:t>
            </a:r>
            <a:r>
              <a:rPr lang="en">
                <a:solidFill>
                  <a:schemeClr val="lt1"/>
                </a:solidFill>
              </a:rPr>
              <a:t>: </a:t>
            </a:r>
            <a:r>
              <a:rPr b="1" lang="en">
                <a:solidFill>
                  <a:schemeClr val="lt1"/>
                </a:solidFill>
                <a:latin typeface="Courier New"/>
                <a:ea typeface="Courier New"/>
                <a:cs typeface="Courier New"/>
                <a:sym typeface="Courier New"/>
              </a:rPr>
              <a:t>illmock</a:t>
            </a:r>
            <a:r>
              <a:rPr lang="en">
                <a:solidFill>
                  <a:schemeClr val="lt1"/>
                </a:solidFill>
              </a:rPr>
              <a:t> simulates loan/copy workflows, renewals, overdue scenarios, and condition negotiations. Used both for broker testing and validation of third-party systems.</a:t>
            </a:r>
            <a:br>
              <a:rPr lang="en">
                <a:solidFill>
                  <a:schemeClr val="lt1"/>
                </a:solidFill>
              </a:rPr>
            </a:br>
            <a:endParaRPr>
              <a:solidFill>
                <a:schemeClr val="lt1"/>
              </a:solidFill>
            </a:endParaRPr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</a:pPr>
            <a:r>
              <a:rPr b="1" lang="en">
                <a:solidFill>
                  <a:schemeClr val="lt1"/>
                </a:solidFill>
              </a:rPr>
              <a:t>Vendor compatibility</a:t>
            </a:r>
            <a:r>
              <a:rPr lang="en">
                <a:solidFill>
                  <a:schemeClr val="lt1"/>
                </a:solidFill>
              </a:rPr>
              <a:t>: A shim layer ensures interoperability by handling quirks in protocol implementations (e.g., Alma, ReShare).</a:t>
            </a:r>
            <a:endParaRPr>
              <a:solidFill>
                <a:schemeClr val="lt1"/>
              </a:solidFill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3" name="Shape 1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" name="Google Shape;154;p22"/>
          <p:cNvSpPr txBox="1"/>
          <p:nvPr>
            <p:ph type="title"/>
          </p:nvPr>
        </p:nvSpPr>
        <p:spPr>
          <a:xfrm>
            <a:off x="277500" y="416250"/>
            <a:ext cx="8589000" cy="885000"/>
          </a:xfrm>
          <a:prstGeom prst="rect">
            <a:avLst/>
          </a:prstGeom>
        </p:spPr>
        <p:txBody>
          <a:bodyPr anchorCtr="0" anchor="ctr" bIns="0" lIns="0" spcFirstLastPara="1" rIns="0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/>
              <a:t>Future development</a:t>
            </a:r>
            <a:r>
              <a:rPr lang="en"/>
              <a:t> </a:t>
            </a:r>
            <a:endParaRPr/>
          </a:p>
        </p:txBody>
      </p:sp>
      <p:sp>
        <p:nvSpPr>
          <p:cNvPr id="155" name="Google Shape;155;p22"/>
          <p:cNvSpPr txBox="1"/>
          <p:nvPr/>
        </p:nvSpPr>
        <p:spPr>
          <a:xfrm>
            <a:off x="564275" y="1223675"/>
            <a:ext cx="7754100" cy="3528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lt1"/>
                </a:solidFill>
              </a:rPr>
              <a:t>CrossLink Broker already powers cross-vendor ILL in </a:t>
            </a:r>
            <a:r>
              <a:rPr b="1" lang="en">
                <a:solidFill>
                  <a:schemeClr val="lt1"/>
                </a:solidFill>
              </a:rPr>
              <a:t>Trove</a:t>
            </a:r>
            <a:r>
              <a:rPr lang="en">
                <a:solidFill>
                  <a:schemeClr val="lt1"/>
                </a:solidFill>
              </a:rPr>
              <a:t> (National Library of Australia + partners), connecting Alma and ReShare peers in a unified system. We would like to unlock more opportunities:</a:t>
            </a:r>
            <a:endParaRPr>
              <a:solidFill>
                <a:schemeClr val="lt1"/>
              </a:solidFill>
            </a:endParaRPr>
          </a:p>
          <a:p>
            <a:pPr indent="-31750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</a:pPr>
            <a:r>
              <a:rPr b="1" lang="en">
                <a:solidFill>
                  <a:schemeClr val="lt1"/>
                </a:solidFill>
              </a:rPr>
              <a:t>Patron Request API</a:t>
            </a:r>
            <a:r>
              <a:rPr lang="en">
                <a:solidFill>
                  <a:schemeClr val="lt1"/>
                </a:solidFill>
              </a:rPr>
              <a:t>: A JSON-based API enabling user/staff interfaces to submit and manage ILL requests directly in the broker. Includes Server-Sent Events for real-time browser updates.</a:t>
            </a:r>
            <a:br>
              <a:rPr lang="en">
                <a:solidFill>
                  <a:schemeClr val="lt1"/>
                </a:solidFill>
              </a:rPr>
            </a:br>
            <a:endParaRPr>
              <a:solidFill>
                <a:schemeClr val="lt1"/>
              </a:solidFill>
            </a:endParaRPr>
          </a:p>
          <a:p>
            <a:pPr indent="-3175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</a:pPr>
            <a:r>
              <a:rPr b="1" lang="en">
                <a:solidFill>
                  <a:schemeClr val="lt1"/>
                </a:solidFill>
              </a:rPr>
              <a:t>Unified transactions</a:t>
            </a:r>
            <a:r>
              <a:rPr lang="en">
                <a:solidFill>
                  <a:schemeClr val="lt1"/>
                </a:solidFill>
              </a:rPr>
              <a:t>: Broker will combine ISO18626 peer requests with broker-managed requests seamlessly.</a:t>
            </a:r>
            <a:br>
              <a:rPr lang="en">
                <a:solidFill>
                  <a:schemeClr val="lt1"/>
                </a:solidFill>
              </a:rPr>
            </a:br>
            <a:endParaRPr>
              <a:solidFill>
                <a:schemeClr val="lt1"/>
              </a:solidFill>
            </a:endParaRPr>
          </a:p>
          <a:p>
            <a:pPr indent="-3175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</a:pPr>
            <a:r>
              <a:rPr b="1" lang="en">
                <a:solidFill>
                  <a:schemeClr val="lt1"/>
                </a:solidFill>
              </a:rPr>
              <a:t>NCIP integration</a:t>
            </a:r>
            <a:r>
              <a:rPr lang="en">
                <a:solidFill>
                  <a:schemeClr val="lt1"/>
                </a:solidFill>
              </a:rPr>
              <a:t>: For patron validation, availability checks, and placing requests directly in ILS. Use cases include  </a:t>
            </a:r>
            <a:r>
              <a:rPr b="1" lang="en">
                <a:solidFill>
                  <a:schemeClr val="lt1"/>
                </a:solidFill>
              </a:rPr>
              <a:t>Direct Consortial Borrowing (DCB)</a:t>
            </a:r>
            <a:r>
              <a:rPr lang="en">
                <a:solidFill>
                  <a:schemeClr val="lt1"/>
                </a:solidFill>
              </a:rPr>
              <a:t> as well as ILS integration in traditional ILL.</a:t>
            </a:r>
            <a:endParaRPr>
              <a:solidFill>
                <a:schemeClr val="lt1"/>
              </a:solidFill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9" name="Shape 1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0" name="Google Shape;160;p23"/>
          <p:cNvSpPr txBox="1"/>
          <p:nvPr>
            <p:ph type="title"/>
          </p:nvPr>
        </p:nvSpPr>
        <p:spPr>
          <a:xfrm>
            <a:off x="277500" y="416250"/>
            <a:ext cx="8589000" cy="885000"/>
          </a:xfrm>
          <a:prstGeom prst="rect">
            <a:avLst/>
          </a:prstGeom>
        </p:spPr>
        <p:txBody>
          <a:bodyPr anchorCtr="0" anchor="ctr" bIns="0" lIns="0" spcFirstLastPara="1" rIns="0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100"/>
              <a:t>Patron Requests API</a:t>
            </a:r>
            <a:endParaRPr sz="2100"/>
          </a:p>
        </p:txBody>
      </p:sp>
      <p:pic>
        <p:nvPicPr>
          <p:cNvPr id="161" name="Google Shape;161;p23" title="crosslink-arch-v2-local hosting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040451" y="158700"/>
            <a:ext cx="5726776" cy="48261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1_Custom Design">
  <a:themeElements>
    <a:clrScheme name="Office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